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fd2ca5cc5549ed" /><Relationship Type="http://schemas.openxmlformats.org/officeDocument/2006/relationships/extended-properties" Target="/docProps/app.xml" Id="Rbac0a62d51c74c78" /><Relationship Type="http://schemas.openxmlformats.org/officeDocument/2006/relationships/officeDocument" Target="/ppt/presentation.xml" Id="R9dbdc427f11442d5" /></Relationships>
</file>

<file path=ppt/presentation.xml><?xml version="1.0" encoding="utf-8"?>
<p:presentation xmlns:p="http://schemas.openxmlformats.org/presentationml/2006/main">
  <p:sldMasterIdLst>
    <p:sldMasterId xmlns:r="http://schemas.openxmlformats.org/officeDocument/2006/relationships" id="2147483648" r:id="Re205a7336f094882"/>
  </p:sldMasterIdLst>
  <p:notesMasterIdLst>
    <p:notesMasterId xmlns:r="http://schemas.openxmlformats.org/officeDocument/2006/relationships" r:id="R31d807ae1bc2412d"/>
  </p:notesMasterIdLst>
  <p:sldIdLst>
    <p:sldId xmlns:r="http://schemas.openxmlformats.org/officeDocument/2006/relationships" id="256" r:id="R6c3b6c9ae6b14ac6"/>
    <p:sldId xmlns:r="http://schemas.openxmlformats.org/officeDocument/2006/relationships" id="257" r:id="R9752b03c712e4d62"/>
    <p:sldId xmlns:r="http://schemas.openxmlformats.org/officeDocument/2006/relationships" id="258" r:id="R9d9c616f015b4599"/>
    <p:sldId xmlns:r="http://schemas.openxmlformats.org/officeDocument/2006/relationships" id="259" r:id="R271c0275a9d64ebe"/>
    <p:sldId xmlns:r="http://schemas.openxmlformats.org/officeDocument/2006/relationships" id="260" r:id="Rab5fb80b7b134f54"/>
    <p:sldId xmlns:r="http://schemas.openxmlformats.org/officeDocument/2006/relationships" id="261" r:id="R663c589ef2bc40d8"/>
    <p:sldId xmlns:r="http://schemas.openxmlformats.org/officeDocument/2006/relationships" id="262" r:id="R21cbc895485147bf"/>
    <p:sldId xmlns:r="http://schemas.openxmlformats.org/officeDocument/2006/relationships" id="263" r:id="Rb0c0d390a7954191"/>
    <p:sldId xmlns:r="http://schemas.openxmlformats.org/officeDocument/2006/relationships" id="264" r:id="Rbcc34f8675224a10"/>
    <p:sldId xmlns:r="http://schemas.openxmlformats.org/officeDocument/2006/relationships" id="265" r:id="Re5df36db442a4bca"/>
    <p:sldId xmlns:r="http://schemas.openxmlformats.org/officeDocument/2006/relationships" id="266" r:id="R76f06c31a19b4a9a"/>
    <p:sldId xmlns:r="http://schemas.openxmlformats.org/officeDocument/2006/relationships" id="267" r:id="Raaad2d6b688045ed"/>
    <p:sldId xmlns:r="http://schemas.openxmlformats.org/officeDocument/2006/relationships" id="268" r:id="R33d2c36e7e5c4bb6"/>
    <p:sldId xmlns:r="http://schemas.openxmlformats.org/officeDocument/2006/relationships" id="269" r:id="R6b4655aaa09f4d12"/>
    <p:sldId xmlns:r="http://schemas.openxmlformats.org/officeDocument/2006/relationships" id="270" r:id="R421fa4911d304b43"/>
    <p:sldId xmlns:r="http://schemas.openxmlformats.org/officeDocument/2006/relationships" id="271" r:id="R345e7ec1da9845a3"/>
    <p:sldId xmlns:r="http://schemas.openxmlformats.org/officeDocument/2006/relationships" id="272" r:id="R21af86ea798d447d"/>
    <p:sldId xmlns:r="http://schemas.openxmlformats.org/officeDocument/2006/relationships" id="273" r:id="Raa3a999e56e44377"/>
    <p:sldId xmlns:r="http://schemas.openxmlformats.org/officeDocument/2006/relationships" id="274" r:id="Rb4134bca1e154b51"/>
    <p:sldId xmlns:r="http://schemas.openxmlformats.org/officeDocument/2006/relationships" id="275" r:id="R3707b9e6c9b44a8c"/>
    <p:sldId xmlns:r="http://schemas.openxmlformats.org/officeDocument/2006/relationships" id="276" r:id="R7038c5b05ba44c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a639736df94164" /><Relationship Type="http://schemas.openxmlformats.org/officeDocument/2006/relationships/slideMaster" Target="/ppt/slideMasters/slideMaster1.xml" Id="Re205a7336f094882" /><Relationship Type="http://schemas.openxmlformats.org/officeDocument/2006/relationships/notesMaster" Target="/ppt/notesMasters/notesMaster1.xml" Id="R31d807ae1bc2412d" /><Relationship Type="http://schemas.openxmlformats.org/officeDocument/2006/relationships/presProps" Target="/ppt/presProps.xml" Id="R31bbeb62723646b6" /><Relationship Type="http://schemas.openxmlformats.org/officeDocument/2006/relationships/tableStyles" Target="/ppt/tableStyles.xml" Id="R55d7f01f2e7644a5" /><Relationship Type="http://schemas.openxmlformats.org/officeDocument/2006/relationships/slide" Target="/ppt/slides/slide1.xml" Id="R6c3b6c9ae6b14ac6" /><Relationship Type="http://schemas.openxmlformats.org/officeDocument/2006/relationships/slide" Target="/ppt/slides/slide2.xml" Id="R9752b03c712e4d62" /><Relationship Type="http://schemas.openxmlformats.org/officeDocument/2006/relationships/slide" Target="/ppt/slides/slide3.xml" Id="R9d9c616f015b4599" /><Relationship Type="http://schemas.openxmlformats.org/officeDocument/2006/relationships/slide" Target="/ppt/slides/slide4.xml" Id="R271c0275a9d64ebe" /><Relationship Type="http://schemas.openxmlformats.org/officeDocument/2006/relationships/slide" Target="/ppt/slides/slide5.xml" Id="Rab5fb80b7b134f54" /><Relationship Type="http://schemas.openxmlformats.org/officeDocument/2006/relationships/slide" Target="/ppt/slides/slide6.xml" Id="R663c589ef2bc40d8" /><Relationship Type="http://schemas.openxmlformats.org/officeDocument/2006/relationships/slide" Target="/ppt/slides/slide7.xml" Id="R21cbc895485147bf" /><Relationship Type="http://schemas.openxmlformats.org/officeDocument/2006/relationships/slide" Target="/ppt/slides/slide8.xml" Id="Rb0c0d390a7954191" /><Relationship Type="http://schemas.openxmlformats.org/officeDocument/2006/relationships/slide" Target="/ppt/slides/slide9.xml" Id="Rbcc34f8675224a10" /><Relationship Type="http://schemas.openxmlformats.org/officeDocument/2006/relationships/slide" Target="/ppt/slides/slide10.xml" Id="Re5df36db442a4bca" /><Relationship Type="http://schemas.openxmlformats.org/officeDocument/2006/relationships/slide" Target="/ppt/slides/slide11.xml" Id="R76f06c31a19b4a9a" /><Relationship Type="http://schemas.openxmlformats.org/officeDocument/2006/relationships/slide" Target="/ppt/slides/slide12.xml" Id="Raaad2d6b688045ed" /><Relationship Type="http://schemas.openxmlformats.org/officeDocument/2006/relationships/slide" Target="/ppt/slides/slide13.xml" Id="R33d2c36e7e5c4bb6" /><Relationship Type="http://schemas.openxmlformats.org/officeDocument/2006/relationships/slide" Target="/ppt/slides/slide14.xml" Id="R6b4655aaa09f4d12" /><Relationship Type="http://schemas.openxmlformats.org/officeDocument/2006/relationships/slide" Target="/ppt/slides/slide15.xml" Id="R421fa4911d304b43" /><Relationship Type="http://schemas.openxmlformats.org/officeDocument/2006/relationships/slide" Target="/ppt/slides/slide16.xml" Id="R345e7ec1da9845a3" /><Relationship Type="http://schemas.openxmlformats.org/officeDocument/2006/relationships/slide" Target="/ppt/slides/slide17.xml" Id="R21af86ea798d447d" /><Relationship Type="http://schemas.openxmlformats.org/officeDocument/2006/relationships/slide" Target="/ppt/slides/slide18.xml" Id="Raa3a999e56e44377" /><Relationship Type="http://schemas.openxmlformats.org/officeDocument/2006/relationships/slide" Target="/ppt/slides/slide19.xml" Id="Rb4134bca1e154b51" /><Relationship Type="http://schemas.openxmlformats.org/officeDocument/2006/relationships/slide" Target="/ppt/slides/slide20.xml" Id="R3707b9e6c9b44a8c" /><Relationship Type="http://schemas.openxmlformats.org/officeDocument/2006/relationships/slide" Target="/ppt/slides/slide21.xml" Id="R7038c5b05ba44c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f6582e1f1c42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2b6b4fafe34a11" /><Relationship Type="http://schemas.openxmlformats.org/officeDocument/2006/relationships/notesMaster" Target="/ppt/notesMasters/notesMaster1.xml" Id="Rc3235c0aee8649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f3086ff67043c7" /><Relationship Type="http://schemas.openxmlformats.org/officeDocument/2006/relationships/notesMaster" Target="/ppt/notesMasters/notesMaster1.xml" Id="R3c6ec7ab0b4740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37353870bd46b8" /><Relationship Type="http://schemas.openxmlformats.org/officeDocument/2006/relationships/notesMaster" Target="/ppt/notesMasters/notesMaster1.xml" Id="R7ae5c3143a3a4e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2d81ed7b564499" /><Relationship Type="http://schemas.openxmlformats.org/officeDocument/2006/relationships/notesMaster" Target="/ppt/notesMasters/notesMaster1.xml" Id="R76df1383670446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2c8f2bde13406c" /><Relationship Type="http://schemas.openxmlformats.org/officeDocument/2006/relationships/notesMaster" Target="/ppt/notesMasters/notesMaster1.xml" Id="Rbefe96a9219b4f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d195d205a14c4e" /><Relationship Type="http://schemas.openxmlformats.org/officeDocument/2006/relationships/notesMaster" Target="/ppt/notesMasters/notesMaster1.xml" Id="R89df99a2745e45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c8ea9c2c254ad7" /><Relationship Type="http://schemas.openxmlformats.org/officeDocument/2006/relationships/notesMaster" Target="/ppt/notesMasters/notesMaster1.xml" Id="R36cce380a32f4c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557a5e812e4eca" /><Relationship Type="http://schemas.openxmlformats.org/officeDocument/2006/relationships/notesMaster" Target="/ppt/notesMasters/notesMaster1.xml" Id="Rb842e42cee3b4a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5a8fed06e842d0" /><Relationship Type="http://schemas.openxmlformats.org/officeDocument/2006/relationships/notesMaster" Target="/ppt/notesMasters/notesMaster1.xml" Id="R931d392a58ec42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64d5d02a5244c3" /><Relationship Type="http://schemas.openxmlformats.org/officeDocument/2006/relationships/notesMaster" Target="/ppt/notesMasters/notesMaster1.xml" Id="Rc567badc09404b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f5a220153a416a" /><Relationship Type="http://schemas.openxmlformats.org/officeDocument/2006/relationships/notesMaster" Target="/ppt/notesMasters/notesMaster1.xml" Id="R01385dbbc3c844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f0d50751094e1c" /><Relationship Type="http://schemas.openxmlformats.org/officeDocument/2006/relationships/notesMaster" Target="/ppt/notesMasters/notesMaster1.xml" Id="R47d8b2807dd84b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2a4782d099409d" /><Relationship Type="http://schemas.openxmlformats.org/officeDocument/2006/relationships/notesMaster" Target="/ppt/notesMasters/notesMaster1.xml" Id="R7bec52c8dee94f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533e7664534206" /><Relationship Type="http://schemas.openxmlformats.org/officeDocument/2006/relationships/notesMaster" Target="/ppt/notesMasters/notesMaster1.xml" Id="Rbabf2c8ca1464b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ae80f00c924070" /><Relationship Type="http://schemas.openxmlformats.org/officeDocument/2006/relationships/notesMaster" Target="/ppt/notesMasters/notesMaster1.xml" Id="R547cefde1a7249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74ab141f44437d" /><Relationship Type="http://schemas.openxmlformats.org/officeDocument/2006/relationships/notesMaster" Target="/ppt/notesMasters/notesMaster1.xml" Id="Re50665d85afe4a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6ab298b3ba4e70" /><Relationship Type="http://schemas.openxmlformats.org/officeDocument/2006/relationships/notesMaster" Target="/ppt/notesMasters/notesMaster1.xml" Id="R275386bd4a404d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22488c1cd54aff" /><Relationship Type="http://schemas.openxmlformats.org/officeDocument/2006/relationships/notesMaster" Target="/ppt/notesMasters/notesMaster1.xml" Id="R61e4b7d439ea45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eb26c309764177" /><Relationship Type="http://schemas.openxmlformats.org/officeDocument/2006/relationships/notesMaster" Target="/ppt/notesMasters/notesMaster1.xml" Id="R9b2887c163774a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f44cf5e6cb438a" /><Relationship Type="http://schemas.openxmlformats.org/officeDocument/2006/relationships/notesMaster" Target="/ppt/notesMasters/notesMaster1.xml" Id="Rf97b13b83b80465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4be85edf894382" /><Relationship Type="http://schemas.openxmlformats.org/officeDocument/2006/relationships/notesMaster" Target="/ppt/notesMasters/notesMaster1.xml" Id="R17f3869b8d0c41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a proposed way to organise engineering work around justified decisions. The proposal builds on evidence-based software engineering, Toulmin argumentation and assurance cases. It retains design, implementation, verification and operation. Its comparative benefit remains a hypothesis for evaluation. Cover image: AI-generated conceptual illustration created for this presentation. It depicts no identified event, workplace or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audience to choose one decision from their current work. Different decisions require different evidence. A test result about one revision can support a limited conclusion. The proposed method makes the claim, inference and permitted next action explicit. No empirical effect is claimed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Milestones illustrate selected ideas rather than an exhaustive history. Royce described a simple sequence and called its implementation risky and inviting failure. His paper includes feedback and additional measures. Boehm proposed a risk-driven spiral model. The Agile Manifesto values responding to change and working software. Humble and Farley describe continuous delivery. Sources: W. W. Royce, Managing the Development of Large Software Systems, 1970. B. W. Boehm, A Spiral Model of Software Development and Enhancement, Computer 21(5), 1988, doi:10.1109/2.59. https://agilemanifesto.org/ . J. Humble and D. Farley, Continuous Delivery, Addison-Wesley, 2010. The SDLC also includes iterative models. NIST SP 800-218, 2022, https://doi.org/10.6028/NIST.SP.800-218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evidence-based engineering as a broad working description. Kitchenham, Dybå and Jørgensen proposed evidence-based software engineering as integrating the best current research evidence with practical experience and human values in decision-making. Local measurements and contextual judgement complement research synthesis. Evidence applicability requires an explicit account of the studied and target conditions. Source: Kitchenham et al., Evidence-Based Software Engineering, ICSE 2004, doi:10.1109/ICSE.2004.1317449. The proposed approach adds an explicit argument and executable evidence obligations to this 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Toulmin distinguishes grounds, claim, warrant, backing, qualifier and conditions of rebuttal. A passing test supplies an observation. The warrant explains the conclusion that observation supports. Backing supports the warrant. A diagram exposes declared inferential relationships. It does not establish their adequacy. Source: Stephen E. Toulmin, The Uses of Argument, updated edition, Cambridge University Press, 2003, originally published 1958. This is an engineering adaptation of the six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 et al. randomly assigned access to GitHub Copilot for a bounded JavaScript HTTP-server task. Among completers, mean completion time was 71.17 minutes with Copilot and 160.89 minutes in control. The authors report 55.8% shorter completion time, with a 95% confidence interval of 21% to 89%. Source: Peng, Kalliamvakou, Cihon and Demirer, The Impact of AI on Developer Productivity: Evidence from GitHub Copilot, 2023, https://arxiv.org/abs/2302.06590 . METR studied 16 experienced open-source developers on 246 tasks in repositories they knew. Access to early-2025 AI tools increased completion time by an estimated 19%. Source: Becker et al., Measuring the Impact of Early-2025 AI on Experienced Open-Source Developer Productivity, 2025, https://arxiv.org/abs/2507.09089v2 . Tool versions, tasks and populations differ. The estimates should not be pooled or extrapolated as a universal current effect. The proposal therefore requires its own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definition proposed here: argument-driven engineering organises work around versioned claims about intended outcomes, candidate implementations and operation. Evidence gaps and material challenges determine useful work. Decision-specific criteria determine whether the next action is justified. The method retains the engineering activities needed for the task. Its comparative benefit remains a hypothesis. Assurance cases provide prior art. Source: OMG Structured Assurance Case Metamodel 2.3, https://www.omg.org/spec/SACM/2.3/PDF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 is the proposed primary work item. Version its intended outcome, acceptance criteria, claims, candidate revision, evidence, inference, challenges and decision. Keep the original requirement and any agreed revision traceable. This structure combines Toulmin roles with engineering identity and action controls. It does not imply that a general implementation scheduler is already present in EngArg or EAL. Sources: Toulmin 2003. OMG SACM 2.3. EngArg EAL mapping, https://github.com/emmett08/engarg/blob/09f6b77617f0a93506fb4fc55d2ebdb5b9c39902/docs/EAL_MAPPING.md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integrated process. The next useful action could be design work, an experiment, an implementation change or a targeted review. Assessment can retain an unresolved result when evidence is unavailable. A rejected proposal can also be a useful engineering outcome. Operation and relevant system changes reopen affected claims. A full application needs explicit stopping criteria and an impact model connecting system changes to claims. This diagram represents the proposed combined approach rather than a capability claim about either repository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functions require explicit ownership. One system may perform more than one function, provided the declared controls fit the consequences. Separate calls or model roles do not establish independent errors. Tests written from the same mistaken requirement can agree with a defective implementation. Independent measurements and review of requirement coverage can expose different failures. EAL operator configuration controls collector access. A supported engineering claim and permission to deploy remain separate decisions. Sources: EngArg README and EAL implementation boundaries at the pinned revisions. EngArg main 09f6b77617f0a93506fb4fc55d2ebdb5b9c39902 and EAL-MCP main bce2c701c2eef03fb23004714045d8601555c36b. Source inspection on 26 October 2026. Source and contract inspection establishes implemented mechanisms, not comparative engineering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Hypothetical feature contract. The authenticated tenant and request key identify one logical submission during a fixed 24-hour retention window. Equivalent payloads return the existing durable job identifier. A materially different payload receives a conflict response. Define equivalence over every field affecting the job. Repeated retries preserve the original expiry. After expiry the key may identify a new job. The guarantee concerns durable job creation. Dispatch, execution and external side effects require additional arguments. All implementation and evidence described in this example remain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warrant identifies the required mechanism. Commit the job and its tenant/key association together. Retain the payload identity and fixed expiry. Enforce the shared uniqueness rule on every relevant API creation path. Competing requests must converge on the committed identity. Make expiry and reuse atomic with concurrent submissions. The three blocks are fields within a single persistence design, not sequential commits. A selected datastore and its deployed configuration must supply the verified backing. Tests and implementation inspection establish bounded support for this proposed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should discriminate between a correct implementation and plausible defects. Check the contents of durable storage as well as responses. Exercise request races with incompatible payloads. Stop the process at relevant transaction boundaries. Test immediately before, at and after expiry using a controlled time basis and concurrent cleanup. Inspect all creation paths. Fixture conformance alone establishes only the tested properties. The claim still depends on the verified datastore and persistence assumptions. This slide reports an evidence plan, not executed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columns read as claim, supporting evidence and a possible next decision. These examples show decision-specific sufficiency. Actual release policy also depends on risk and authority. Operational observations become available after a permitted deployment. A team can justify a limited deployment with pre-deployment evidence and controls, then assess the resulting observations before expanding scope. The process therefore supports progressive commitment without demanding future production evidence before every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EngArg main 09f6b77617f0a93506fb4fc55d2ebdb5b9c39902 and EAL-MCP main bce2c701c2eef03fb23004714045d8601555c36b. Source inspection on 26 October 2026. Source and contract inspection establishes implemented mechanisms, not comparative engineering outcomes. EngArg constructs extended Toulmin arguments and evidence obligations. It exports paired EAL source and registry bindings. Its optional implementation stage freezes collector contracts and fixtures before code generation, then verifies the resulting collector. EAL registered assessment plans the declared closure, selects compatible observations, acquires missing evidence, rechecks freshness and identities, and persists assessment results. These mechanisms supply an assessment foundation. General feature implementation and deployment orchestration remain proposed integrations. Sources: https://github.com/emmett08/engarg/blob/09f6b77617f0a93506fb4fc55d2ebdb5b9c39902/docs/EAL_MAPPING.md ; https://github.com/emmett08/engarg/blob/09f6b77617f0a93506fb4fc55d2ebdb5b9c39902/docs/TOOL_IMPLEMENTATION.md ; https://github.com/emmett08/eal-mcp/blob/bce2c701c2eef03fb23004714045d8601555c36b/crates/eal-runtime/src/registered_assessment.rs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extensions beyond the repository mechanisms inspected for this presentation. EAL already provides bounded registered assessment, compatible evidence reuse and coordination controls. A general process still needs an action model for arbitrary engineering work, a system-to-claim impact map, explicit deployment decisions and event-triggered reassessment. Product objectives and acceptable trade-offs require accountable judgement. Source inspection does not establish that either repository provides a full autonomous delivery system. EngArg main 09f6b77617f0a93506fb4fc55d2ebdb5b9c39902 and EAL-MCP main bce2c701c2eef03fb23004714045d8601555c36b. Source inspection on 26 October 2026. Source and contract inspection establishes implemented mechanisms, not comparative engineering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initial feasibility pilot, not a sample sufficient to estimate a general effect. Agree the task-selection rules and acceptance criteria before work starts. Use independent outcome assessment. Record AI tools, models and versions. Compare total cost and effort including evidence maintenance and review. A later dependency or configuration change tests whether reassessment identifies the affected conclusions. A larger comparative study needs a justified sample-size plan and controls for task differences, developer experience and learning effects. The article includes an editable evaluation template with no invented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decision chosen near the start. Ask the audience to name the claim, the available grounds, the warrant and the strongest material challenge. The next action should address an uncertainty capable of changing that decision. Argument-driven engineering is a proposed organising principle with roots in evidence-based engineering and assurance cases. Adoption should depend on demonstrated improvement in engineering outcomes at an acceptable total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conceptual decision states for the proposed process, not a literal enumeration of one EAL API. A successful collector can return a measured negative. An acquisition failure differs from that observation. Missing evidence does not establish that a proposition is false. A supported EAL result is conditional on declared scope, observations, assumptions and inference rationales. Source: https://github.com/emmett08/eal-mcp/blob/bce2c701c2eef03fb23004714045d8601555c36b/docs/applications.md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references. Royce original proceedings paper, 1970. Boehm doi:10.1109/2.59. https://agilemanifesto.org/ . Humble and Farley, Addison-Wesley, 2010, ISBN 9780321601919. Kitchenham et al. doi:10.1109/ICSE.2004.1317449. Toulmin, Cambridge University Press, 2003, doi:10.1017/CBO9780511840005. OMG SACM 2.3 https://www.omg.org/spec/SACM/2.3/PDF . NIST SP 800-218 doi:10.6028/NIST.SP.800-218. Consult the article bibliography for full metadata and URLs.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 et al. https://arxiv.org/abs/2302.06590 . Becker et al. https://arxiv.org/abs/2507.09089v2 . EngArg https://github.com/emmett08/engarg/tree/09f6b77617f0a93506fb4fc55d2ebdb5b9c39902 . EAL-MCP https://github.com/emmett08/eal-mcp/tree/bce2c701c2eef03fb23004714045d8601555c36b . Repository inspection identifies mechanisms and stated boundaries. It supplies no comparative productivity estimate for argument-driven engineering. All feature examples and pilot procedures in this presentation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99a3b7e7a049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7e6a775e4b4e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31623bcfb44f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5d8ee0bdda4a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603534e7684b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4cc6b61d5146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A1E6DC-651E-49F5-ACE6-CB0325021B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F238EC-F28D-40D7-ADBE-9EF43FB9D3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ED0A97-24CF-422B-B8D2-119A9EC64F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37342F-539F-4BFD-9A31-EAD8BEB293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9379DD-B0B2-4F91-8717-A6351A9DF3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85275F-BC82-4530-B6B2-F4305098A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BA033D-A98D-47A6-9072-40A7E3BBB0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C9CA6C-0EAF-4C46-A795-07A227E264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D68C86-6E60-4EF7-9560-3DD61B3B0B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0E15EE-6AF4-485A-90E1-549F364004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7ad762b1a54fa1" /><Relationship Type="http://schemas.openxmlformats.org/officeDocument/2006/relationships/slideLayout" Target="/ppt/slideLayouts/slideLayout1.xml" Id="Rde443363caf64a06" /><Relationship Type="http://schemas.openxmlformats.org/officeDocument/2006/relationships/slideLayout" Target="/ppt/slideLayouts/slideLayout2.xml" Id="R0349c53e7f354cea" /><Relationship Type="http://schemas.openxmlformats.org/officeDocument/2006/relationships/slideLayout" Target="/ppt/slideLayouts/slideLayout3.xml" Id="R7cdd5538572f46ff" /><Relationship Type="http://schemas.openxmlformats.org/officeDocument/2006/relationships/slideLayout" Target="/ppt/slideLayouts/slideLayout4.xml" Id="R25f5ed38713945a1" /><Relationship Type="http://schemas.openxmlformats.org/officeDocument/2006/relationships/slideLayout" Target="/ppt/slideLayouts/slideLayout5.xml" Id="R6200fd19d02447f7" /><Relationship Type="http://schemas.openxmlformats.org/officeDocument/2006/relationships/slideLayout" Target="/ppt/slideLayouts/slideLayout6.xml" Id="Re6e4599da3b445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443363caf64a06"/>
    <p:sldLayoutId xmlns:r="http://schemas.openxmlformats.org/officeDocument/2006/relationships" id="2147483650" r:id="R0349c53e7f354cea"/>
    <p:sldLayoutId xmlns:r="http://schemas.openxmlformats.org/officeDocument/2006/relationships" id="2147483651" r:id="R7cdd5538572f46ff"/>
    <p:sldLayoutId xmlns:r="http://schemas.openxmlformats.org/officeDocument/2006/relationships" id="2147483652" r:id="R25f5ed38713945a1"/>
    <p:sldLayoutId xmlns:r="http://schemas.openxmlformats.org/officeDocument/2006/relationships" id="2147483653" r:id="R6200fd19d02447f7"/>
    <p:sldLayoutId xmlns:r="http://schemas.openxmlformats.org/officeDocument/2006/relationships" id="2147483654" r:id="Re6e4599da3b445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d4cba4db31433d" /><Relationship Type="http://schemas.openxmlformats.org/officeDocument/2006/relationships/image" Target="/ppt/media/image.png" Id="R4b860ef5a1a941a3" /><Relationship Type="http://schemas.openxmlformats.org/officeDocument/2006/relationships/notesSlide" Target="/ppt/notesSlides/notesSlide1.xml" Id="R09b3a4bf646e4f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35d92a737540a9" /><Relationship Type="http://schemas.openxmlformats.org/officeDocument/2006/relationships/notesSlide" Target="/ppt/notesSlides/notesSlide2.xml" Id="R711241c4a72d4c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ee9493a2c64832" /><Relationship Type="http://schemas.openxmlformats.org/officeDocument/2006/relationships/notesSlide" Target="/ppt/notesSlides/notesSlide3.xml" Id="Rfcf728d09cd144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17b464294a4eef" /><Relationship Type="http://schemas.openxmlformats.org/officeDocument/2006/relationships/notesSlide" Target="/ppt/notesSlides/notesSlide4.xml" Id="Rf042500edbcd47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a1fd03acb54179" /><Relationship Type="http://schemas.openxmlformats.org/officeDocument/2006/relationships/notesSlide" Target="/ppt/notesSlides/notesSlide5.xml" Id="R0704cdda82204d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67dc9d8b114197" /><Relationship Type="http://schemas.openxmlformats.org/officeDocument/2006/relationships/notesSlide" Target="/ppt/notesSlides/notesSlide6.xml" Id="Rb408b62a39554b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9b910d74f049d3" /><Relationship Type="http://schemas.openxmlformats.org/officeDocument/2006/relationships/notesSlide" Target="/ppt/notesSlides/notesSlide7.xml" Id="R86fe23804f1546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e4ef2b71ab14a3d" /><Relationship Type="http://schemas.openxmlformats.org/officeDocument/2006/relationships/notesSlide" Target="/ppt/notesSlides/notesSlide8.xml" Id="Redc0ff360dd64d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873b0258ca424a" /><Relationship Type="http://schemas.openxmlformats.org/officeDocument/2006/relationships/notesSlide" Target="/ppt/notesSlides/notesSlide9.xml" Id="Rf2de53038d9b4e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2d49cd907745da" /><Relationship Type="http://schemas.openxmlformats.org/officeDocument/2006/relationships/notesSlide" Target="/ppt/notesSlides/notesSlide10.xml" Id="Reac8cb0c3e1844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705843634e34144" /><Relationship Type="http://schemas.openxmlformats.org/officeDocument/2006/relationships/notesSlide" Target="/ppt/notesSlides/notesSlide11.xml" Id="R04075177aa984b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b8a751a0524ed3" /><Relationship Type="http://schemas.openxmlformats.org/officeDocument/2006/relationships/notesSlide" Target="/ppt/notesSlides/notesSlide12.xml" Id="R143c1663184c4f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be13a928e74ebf" /><Relationship Type="http://schemas.openxmlformats.org/officeDocument/2006/relationships/notesSlide" Target="/ppt/notesSlides/notesSlide13.xml" Id="R03a5be2ced8045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24fd6fab7a433f" /><Relationship Type="http://schemas.openxmlformats.org/officeDocument/2006/relationships/notesSlide" Target="/ppt/notesSlides/notesSlide14.xml" Id="R6b8aa694f10d46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b6b2716bd69467a" /><Relationship Type="http://schemas.openxmlformats.org/officeDocument/2006/relationships/notesSlide" Target="/ppt/notesSlides/notesSlide15.xml" Id="R0911f70515af4d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9e22e8e4e474045" /><Relationship Type="http://schemas.openxmlformats.org/officeDocument/2006/relationships/notesSlide" Target="/ppt/notesSlides/notesSlide16.xml" Id="Rc86ab30381cd4c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bd23b70e9674ddd" /><Relationship Type="http://schemas.openxmlformats.org/officeDocument/2006/relationships/notesSlide" Target="/ppt/notesSlides/notesSlide17.xml" Id="R7191113542ad4f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79f2cba8eec439b" /><Relationship Type="http://schemas.openxmlformats.org/officeDocument/2006/relationships/notesSlide" Target="/ppt/notesSlides/notesSlide18.xml" Id="Re15fb642498844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c8bcb1c75964b4d" /><Relationship Type="http://schemas.openxmlformats.org/officeDocument/2006/relationships/notesSlide" Target="/ppt/notesSlides/notesSlide19.xml" Id="R94cd18948b9341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2dc97ba69194316" /><Relationship Type="http://schemas.openxmlformats.org/officeDocument/2006/relationships/notesSlide" Target="/ppt/notesSlides/notesSlide20.xml" Id="R6616b4abdac448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773f8796e4430f" /><Relationship Type="http://schemas.openxmlformats.org/officeDocument/2006/relationships/notesSlide" Target="/ppt/notesSlides/notesSlide21.xml" Id="R8d0cccd9b1a144ab" /></Relationships>
</file>

<file path=ppt/slides/slide1.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082B021-936E-4C01-B328-621C0102D1C6}"/>
              </a:ext>
            </a:extLst>
          </p:cNvPr>
          <p:cNvPicPr>
            <a:picLocks xmlns:a="http://schemas.openxmlformats.org/drawingml/2006/main" noChangeAspect="1"/>
          </p:cNvPicPr>
          <p:nvPr/>
        </p:nvPicPr>
        <p:blipFill>
          <a:blip xmlns:r="http://schemas.openxmlformats.org/officeDocument/2006/relationships" xmlns:a="http://schemas.openxmlformats.org/drawingml/2006/main" r:embed="R4b860ef5a1a941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8FEB7FEA-8F98-413D-B00F-E3C6D72DB138}"/>
              </a:ext>
            </a:extLst>
          </p:cNvPr>
          <p:cNvSpPr>
            <a:spLocks xmlns:a="http://schemas.openxmlformats.org/drawingml/2006/main" noGrp="1"/>
          </p:cNvSpPr>
          <p:nvPr/>
        </p:nvSpPr>
        <p:spPr>
          <a:xfrm xmlns:a="http://schemas.openxmlformats.org/drawingml/2006/main">
            <a:off x="609600" y="1476375"/>
            <a:ext cx="7429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DejaVu Sans"/>
                <a:ea typeface="DejaVu Sans"/>
                <a:cs typeface="DejaVu Sans"/>
              </a:defRPr>
            </a:defPPr>
            <a:lvl1pPr algn="l">
              <a:defRPr sz="5700" b="1">
                <a:solidFill>
                  <a:srgbClr val="FFFFFF"/>
                </a:solidFill>
                <a:latin typeface="DejaVu Sans"/>
                <a:ea typeface="DejaVu Sans"/>
                <a:cs typeface="DejaVu Sans"/>
              </a:defRPr>
            </a:lvl1pPr>
            <a:lvl2pPr algn="l">
              <a:defRPr sz="5700" b="1">
                <a:solidFill>
                  <a:srgbClr val="FFFFFF"/>
                </a:solidFill>
                <a:latin typeface="DejaVu Sans"/>
                <a:ea typeface="DejaVu Sans"/>
                <a:cs typeface="DejaVu Sans"/>
              </a:defRPr>
            </a:lvl2pPr>
            <a:lvl3pPr algn="l">
              <a:defRPr sz="5700" b="1">
                <a:solidFill>
                  <a:srgbClr val="FFFFFF"/>
                </a:solidFill>
                <a:latin typeface="DejaVu Sans"/>
                <a:ea typeface="DejaVu Sans"/>
                <a:cs typeface="DejaVu Sans"/>
              </a:defRPr>
            </a:lvl3pPr>
            <a:lvl4pPr algn="l">
              <a:defRPr sz="5700" b="1">
                <a:solidFill>
                  <a:srgbClr val="FFFFFF"/>
                </a:solidFill>
                <a:latin typeface="DejaVu Sans"/>
                <a:ea typeface="DejaVu Sans"/>
                <a:cs typeface="DejaVu Sans"/>
              </a:defRPr>
            </a:lvl4pPr>
            <a:lvl5pPr algn="l">
              <a:defRPr sz="5700" b="1">
                <a:solidFill>
                  <a:srgbClr val="FFFFFF"/>
                </a:solidFill>
                <a:latin typeface="DejaVu Sans"/>
                <a:ea typeface="DejaVu Sans"/>
                <a:cs typeface="DejaVu Sans"/>
              </a:defRPr>
            </a:lvl5pPr>
            <a:lvl6pPr algn="l">
              <a:defRPr sz="5700" b="1">
                <a:solidFill>
                  <a:srgbClr val="FFFFFF"/>
                </a:solidFill>
                <a:latin typeface="DejaVu Sans"/>
                <a:ea typeface="DejaVu Sans"/>
                <a:cs typeface="DejaVu Sans"/>
              </a:defRPr>
            </a:lvl6pPr>
            <a:lvl7pPr algn="l">
              <a:defRPr sz="5700" b="1">
                <a:solidFill>
                  <a:srgbClr val="FFFFFF"/>
                </a:solidFill>
                <a:latin typeface="DejaVu Sans"/>
                <a:ea typeface="DejaVu Sans"/>
                <a:cs typeface="DejaVu Sans"/>
              </a:defRPr>
            </a:lvl7pPr>
            <a:lvl8pPr algn="l">
              <a:defRPr sz="5700" b="1">
                <a:solidFill>
                  <a:srgbClr val="FFFFFF"/>
                </a:solidFill>
                <a:latin typeface="DejaVu Sans"/>
                <a:ea typeface="DejaVu Sans"/>
                <a:cs typeface="DejaVu Sans"/>
              </a:defRPr>
            </a:lvl8pPr>
            <a:lvl9pPr algn="l">
              <a:defRPr sz="5700" b="1">
                <a:solidFill>
                  <a:srgbClr val="FFFFFF"/>
                </a:solidFill>
                <a:latin typeface="DejaVu Sans"/>
                <a:ea typeface="DejaVu Sans"/>
                <a:cs typeface="DejaVu Sans"/>
              </a:defRPr>
            </a:lvl9pPr>
          </a:lstStyle>
          <a:p xmlns:a="http://schemas.openxmlformats.org/drawingml/2006/main">
            <a:pPr algn="l">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Argument-driven</a:t>
            </a:r>
          </a:p>
          <a:p xmlns:a="http://schemas.openxmlformats.org/drawingml/2006/main">
            <a:pPr algn="l">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engineering</a:t>
            </a:r>
          </a:p>
        </p:txBody>
      </p:sp>
      <p:sp>
        <p:nvSpPr>
          <p:cNvPr id="4" name="subtitle">
            <a:extLst xmlns:a="http://schemas.openxmlformats.org/drawingml/2006/main">
              <a:ext uri="{FF2B5EF4-FFF2-40B4-BE49-F238E27FC236}">
                <a16:creationId xmlns:a16="http://schemas.microsoft.com/office/drawing/2014/main" id="{CDB28E31-3B77-4954-91CE-6544076933D8}"/>
              </a:ext>
            </a:extLst>
          </p:cNvPr>
          <p:cNvSpPr>
            <a:spLocks xmlns:a="http://schemas.openxmlformats.org/drawingml/2006/main" noGrp="1"/>
          </p:cNvSpPr>
          <p:nvPr/>
        </p:nvSpPr>
        <p:spPr>
          <a:xfrm xmlns:a="http://schemas.openxmlformats.org/drawingml/2006/main">
            <a:off x="647700" y="4048125"/>
            <a:ext cx="695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73D7D0"/>
                </a:solidFill>
                <a:latin typeface="DejaVu Sans"/>
                <a:ea typeface="DejaVu Sans"/>
                <a:cs typeface="DejaVu Sans"/>
              </a:defRPr>
            </a:defPPr>
            <a:lvl1pPr algn="l">
              <a:defRPr sz="2400" b="0">
                <a:solidFill>
                  <a:srgbClr val="73D7D0"/>
                </a:solidFill>
                <a:latin typeface="DejaVu Sans"/>
                <a:ea typeface="DejaVu Sans"/>
                <a:cs typeface="DejaVu Sans"/>
              </a:defRPr>
            </a:lvl1pPr>
            <a:lvl2pPr algn="l">
              <a:defRPr sz="2400" b="0">
                <a:solidFill>
                  <a:srgbClr val="73D7D0"/>
                </a:solidFill>
                <a:latin typeface="DejaVu Sans"/>
                <a:ea typeface="DejaVu Sans"/>
                <a:cs typeface="DejaVu Sans"/>
              </a:defRPr>
            </a:lvl2pPr>
            <a:lvl3pPr algn="l">
              <a:defRPr sz="2400" b="0">
                <a:solidFill>
                  <a:srgbClr val="73D7D0"/>
                </a:solidFill>
                <a:latin typeface="DejaVu Sans"/>
                <a:ea typeface="DejaVu Sans"/>
                <a:cs typeface="DejaVu Sans"/>
              </a:defRPr>
            </a:lvl3pPr>
            <a:lvl4pPr algn="l">
              <a:defRPr sz="2400" b="0">
                <a:solidFill>
                  <a:srgbClr val="73D7D0"/>
                </a:solidFill>
                <a:latin typeface="DejaVu Sans"/>
                <a:ea typeface="DejaVu Sans"/>
                <a:cs typeface="DejaVu Sans"/>
              </a:defRPr>
            </a:lvl4pPr>
            <a:lvl5pPr algn="l">
              <a:defRPr sz="2400" b="0">
                <a:solidFill>
                  <a:srgbClr val="73D7D0"/>
                </a:solidFill>
                <a:latin typeface="DejaVu Sans"/>
                <a:ea typeface="DejaVu Sans"/>
                <a:cs typeface="DejaVu Sans"/>
              </a:defRPr>
            </a:lvl5pPr>
            <a:lvl6pPr algn="l">
              <a:defRPr sz="2400" b="0">
                <a:solidFill>
                  <a:srgbClr val="73D7D0"/>
                </a:solidFill>
                <a:latin typeface="DejaVu Sans"/>
                <a:ea typeface="DejaVu Sans"/>
                <a:cs typeface="DejaVu Sans"/>
              </a:defRPr>
            </a:lvl6pPr>
            <a:lvl7pPr algn="l">
              <a:defRPr sz="2400" b="0">
                <a:solidFill>
                  <a:srgbClr val="73D7D0"/>
                </a:solidFill>
                <a:latin typeface="DejaVu Sans"/>
                <a:ea typeface="DejaVu Sans"/>
                <a:cs typeface="DejaVu Sans"/>
              </a:defRPr>
            </a:lvl7pPr>
            <a:lvl8pPr algn="l">
              <a:defRPr sz="2400" b="0">
                <a:solidFill>
                  <a:srgbClr val="73D7D0"/>
                </a:solidFill>
                <a:latin typeface="DejaVu Sans"/>
                <a:ea typeface="DejaVu Sans"/>
                <a:cs typeface="DejaVu Sans"/>
              </a:defRPr>
            </a:lvl8pPr>
            <a:lvl9pPr algn="l">
              <a:defRPr sz="2400" b="0">
                <a:solidFill>
                  <a:srgbClr val="73D7D0"/>
                </a:solidFill>
                <a:latin typeface="DejaVu Sans"/>
                <a:ea typeface="DejaVu Sans"/>
                <a:cs typeface="DejaVu Sans"/>
              </a:defRPr>
            </a:lvl9pPr>
          </a:lstStyle>
          <a:p xmlns:a="http://schemas.openxmlformats.org/drawingml/2006/main">
            <a:pPr algn="l">
              <a:defRPr sz="2400" b="0">
                <a:solidFill>
                  <a:srgbClr val="73D7D0"/>
                </a:solidFill>
                <a:latin typeface="DejaVu Sans"/>
                <a:ea typeface="DejaVu Sans"/>
                <a:cs typeface="DejaVu Sans"/>
              </a:defRPr>
            </a:pPr>
            <a:r>
              <a:rPr sz="2400" b="0">
                <a:solidFill>
                  <a:srgbClr val="73D7D0"/>
                </a:solidFill>
                <a:latin typeface="DejaVu Sans"/>
                <a:ea typeface="DejaVu Sans"/>
                <a:cs typeface="DejaVu Sans"/>
              </a:rPr>
              <a:t>Claims and evidence direct</a:t>
            </a:r>
          </a:p>
          <a:p xmlns:a="http://schemas.openxmlformats.org/drawingml/2006/main">
            <a:pPr algn="l">
              <a:defRPr sz="2400" b="0">
                <a:solidFill>
                  <a:srgbClr val="73D7D0"/>
                </a:solidFill>
                <a:latin typeface="DejaVu Sans"/>
                <a:ea typeface="DejaVu Sans"/>
                <a:cs typeface="DejaVu Sans"/>
              </a:defRPr>
            </a:pPr>
            <a:r>
              <a:rPr sz="2400" b="0">
                <a:solidFill>
                  <a:srgbClr val="73D7D0"/>
                </a:solidFill>
                <a:latin typeface="DejaVu Sans"/>
                <a:ea typeface="DejaVu Sans"/>
                <a:cs typeface="DejaVu Sans"/>
              </a:rPr>
              <a:t>AI-assisted work</a:t>
            </a:r>
          </a:p>
        </p:txBody>
      </p:sp>
      <p:sp>
        <p:nvSpPr>
          <p:cNvPr id="5" name="author">
            <a:extLst xmlns:a="http://schemas.openxmlformats.org/drawingml/2006/main">
              <a:ext uri="{FF2B5EF4-FFF2-40B4-BE49-F238E27FC236}">
                <a16:creationId xmlns:a16="http://schemas.microsoft.com/office/drawing/2014/main" id="{F7D5BD29-BCF6-481F-89E5-EA1357280FB6}"/>
              </a:ext>
            </a:extLst>
          </p:cNvPr>
          <p:cNvSpPr>
            <a:spLocks xmlns:a="http://schemas.openxmlformats.org/drawingml/2006/main" noGrp="1"/>
          </p:cNvSpPr>
          <p:nvPr/>
        </p:nvSpPr>
        <p:spPr>
          <a:xfrm xmlns:a="http://schemas.openxmlformats.org/drawingml/2006/main">
            <a:off x="647700" y="585787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Emmett Miller</a:t>
            </a:r>
          </a:p>
        </p:txBody>
      </p:sp>
    </p:spTree>
    <p:extLst>
      <p:ext uri="{BB962C8B-B14F-4D97-AF65-F5344CB8AC3E}">
        <p14:creationId xmlns:p14="http://schemas.microsoft.com/office/powerpoint/2010/main" val="126602683"/>
      </p:ext>
    </p:extLst>
  </p:cSld>
</p:sld>
</file>

<file path=ppt/slides/slide2.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369AB58-EDAA-42E0-B58B-97B7CB9C9C90}"/>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The next engineering decision</a:t>
            </a:r>
          </a:p>
        </p:txBody>
      </p:sp>
      <p:sp>
        <p:nvSpPr>
          <p:cNvPr id="3" name="question">
            <a:extLst xmlns:a="http://schemas.openxmlformats.org/drawingml/2006/main">
              <a:ext uri="{FF2B5EF4-FFF2-40B4-BE49-F238E27FC236}">
                <a16:creationId xmlns:a16="http://schemas.microsoft.com/office/drawing/2014/main" id="{56E0B6BC-FC13-4345-B349-94320760ED08}"/>
              </a:ext>
            </a:extLst>
          </p:cNvPr>
          <p:cNvSpPr>
            <a:spLocks xmlns:a="http://schemas.openxmlformats.org/drawingml/2006/main" noGrp="1"/>
          </p:cNvSpPr>
          <p:nvPr/>
        </p:nvSpPr>
        <p:spPr>
          <a:xfrm xmlns:a="http://schemas.openxmlformats.org/drawingml/2006/main">
            <a:off x="609600" y="1809750"/>
            <a:ext cx="10668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DejaVu Sans"/>
                <a:ea typeface="DejaVu Sans"/>
                <a:cs typeface="DejaVu Sans"/>
              </a:defRPr>
            </a:defPPr>
            <a:lvl1pPr algn="l">
              <a:defRPr sz="4350" b="1">
                <a:solidFill>
                  <a:srgbClr val="FFFFFF"/>
                </a:solidFill>
                <a:latin typeface="DejaVu Sans"/>
                <a:ea typeface="DejaVu Sans"/>
                <a:cs typeface="DejaVu Sans"/>
              </a:defRPr>
            </a:lvl1pPr>
            <a:lvl2pPr algn="l">
              <a:defRPr sz="4350" b="1">
                <a:solidFill>
                  <a:srgbClr val="FFFFFF"/>
                </a:solidFill>
                <a:latin typeface="DejaVu Sans"/>
                <a:ea typeface="DejaVu Sans"/>
                <a:cs typeface="DejaVu Sans"/>
              </a:defRPr>
            </a:lvl2pPr>
            <a:lvl3pPr algn="l">
              <a:defRPr sz="4350" b="1">
                <a:solidFill>
                  <a:srgbClr val="FFFFFF"/>
                </a:solidFill>
                <a:latin typeface="DejaVu Sans"/>
                <a:ea typeface="DejaVu Sans"/>
                <a:cs typeface="DejaVu Sans"/>
              </a:defRPr>
            </a:lvl3pPr>
            <a:lvl4pPr algn="l">
              <a:defRPr sz="4350" b="1">
                <a:solidFill>
                  <a:srgbClr val="FFFFFF"/>
                </a:solidFill>
                <a:latin typeface="DejaVu Sans"/>
                <a:ea typeface="DejaVu Sans"/>
                <a:cs typeface="DejaVu Sans"/>
              </a:defRPr>
            </a:lvl4pPr>
            <a:lvl5pPr algn="l">
              <a:defRPr sz="4350" b="1">
                <a:solidFill>
                  <a:srgbClr val="FFFFFF"/>
                </a:solidFill>
                <a:latin typeface="DejaVu Sans"/>
                <a:ea typeface="DejaVu Sans"/>
                <a:cs typeface="DejaVu Sans"/>
              </a:defRPr>
            </a:lvl5pPr>
            <a:lvl6pPr algn="l">
              <a:defRPr sz="4350" b="1">
                <a:solidFill>
                  <a:srgbClr val="FFFFFF"/>
                </a:solidFill>
                <a:latin typeface="DejaVu Sans"/>
                <a:ea typeface="DejaVu Sans"/>
                <a:cs typeface="DejaVu Sans"/>
              </a:defRPr>
            </a:lvl6pPr>
            <a:lvl7pPr algn="l">
              <a:defRPr sz="4350" b="1">
                <a:solidFill>
                  <a:srgbClr val="FFFFFF"/>
                </a:solidFill>
                <a:latin typeface="DejaVu Sans"/>
                <a:ea typeface="DejaVu Sans"/>
                <a:cs typeface="DejaVu Sans"/>
              </a:defRPr>
            </a:lvl7pPr>
            <a:lvl8pPr algn="l">
              <a:defRPr sz="4350" b="1">
                <a:solidFill>
                  <a:srgbClr val="FFFFFF"/>
                </a:solidFill>
                <a:latin typeface="DejaVu Sans"/>
                <a:ea typeface="DejaVu Sans"/>
                <a:cs typeface="DejaVu Sans"/>
              </a:defRPr>
            </a:lvl8pPr>
            <a:lvl9pPr algn="l">
              <a:defRPr sz="4350" b="1">
                <a:solidFill>
                  <a:srgbClr val="FFFFFF"/>
                </a:solidFill>
                <a:latin typeface="DejaVu Sans"/>
                <a:ea typeface="DejaVu Sans"/>
                <a:cs typeface="DejaVu Sans"/>
              </a:defRPr>
            </a:lvl9pPr>
          </a:lstStyle>
          <a:p xmlns:a="http://schemas.openxmlformats.org/drawingml/2006/main">
            <a:pPr algn="l">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What evidence would justify</a:t>
            </a:r>
          </a:p>
          <a:p xmlns:a="http://schemas.openxmlformats.org/drawingml/2006/main">
            <a:pPr algn="l">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taking the next step?</a:t>
            </a:r>
          </a:p>
        </p:txBody>
      </p:sp>
      <p:sp>
        <p:nvSpPr>
          <p:cNvPr id="4" name="decision-1">
            <a:extLst xmlns:a="http://schemas.openxmlformats.org/drawingml/2006/main">
              <a:ext uri="{FF2B5EF4-FFF2-40B4-BE49-F238E27FC236}">
                <a16:creationId xmlns:a16="http://schemas.microsoft.com/office/drawing/2014/main" id="{9DAED75E-78FD-44B3-9530-82E5CBDFDC4A}"/>
              </a:ext>
            </a:extLst>
          </p:cNvPr>
          <p:cNvSpPr>
            <a:spLocks xmlns:a="http://schemas.openxmlformats.org/drawingml/2006/main" noGrp="1"/>
          </p:cNvSpPr>
          <p:nvPr/>
        </p:nvSpPr>
        <p:spPr>
          <a:xfrm xmlns:a="http://schemas.openxmlformats.org/drawingml/2006/main">
            <a:off x="647700" y="4219575"/>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73D7D0"/>
                </a:solidFill>
                <a:latin typeface="DejaVu Sans"/>
                <a:ea typeface="DejaVu Sans"/>
                <a:cs typeface="DejaVu Sans"/>
              </a:defRPr>
            </a:defPPr>
            <a:lvl1pPr algn="l">
              <a:defRPr sz="2400" b="0">
                <a:solidFill>
                  <a:srgbClr val="73D7D0"/>
                </a:solidFill>
                <a:latin typeface="DejaVu Sans"/>
                <a:ea typeface="DejaVu Sans"/>
                <a:cs typeface="DejaVu Sans"/>
              </a:defRPr>
            </a:lvl1pPr>
            <a:lvl2pPr algn="l">
              <a:defRPr sz="2400" b="0">
                <a:solidFill>
                  <a:srgbClr val="73D7D0"/>
                </a:solidFill>
                <a:latin typeface="DejaVu Sans"/>
                <a:ea typeface="DejaVu Sans"/>
                <a:cs typeface="DejaVu Sans"/>
              </a:defRPr>
            </a:lvl2pPr>
            <a:lvl3pPr algn="l">
              <a:defRPr sz="2400" b="0">
                <a:solidFill>
                  <a:srgbClr val="73D7D0"/>
                </a:solidFill>
                <a:latin typeface="DejaVu Sans"/>
                <a:ea typeface="DejaVu Sans"/>
                <a:cs typeface="DejaVu Sans"/>
              </a:defRPr>
            </a:lvl3pPr>
            <a:lvl4pPr algn="l">
              <a:defRPr sz="2400" b="0">
                <a:solidFill>
                  <a:srgbClr val="73D7D0"/>
                </a:solidFill>
                <a:latin typeface="DejaVu Sans"/>
                <a:ea typeface="DejaVu Sans"/>
                <a:cs typeface="DejaVu Sans"/>
              </a:defRPr>
            </a:lvl4pPr>
            <a:lvl5pPr algn="l">
              <a:defRPr sz="2400" b="0">
                <a:solidFill>
                  <a:srgbClr val="73D7D0"/>
                </a:solidFill>
                <a:latin typeface="DejaVu Sans"/>
                <a:ea typeface="DejaVu Sans"/>
                <a:cs typeface="DejaVu Sans"/>
              </a:defRPr>
            </a:lvl5pPr>
            <a:lvl6pPr algn="l">
              <a:defRPr sz="2400" b="0">
                <a:solidFill>
                  <a:srgbClr val="73D7D0"/>
                </a:solidFill>
                <a:latin typeface="DejaVu Sans"/>
                <a:ea typeface="DejaVu Sans"/>
                <a:cs typeface="DejaVu Sans"/>
              </a:defRPr>
            </a:lvl6pPr>
            <a:lvl7pPr algn="l">
              <a:defRPr sz="2400" b="0">
                <a:solidFill>
                  <a:srgbClr val="73D7D0"/>
                </a:solidFill>
                <a:latin typeface="DejaVu Sans"/>
                <a:ea typeface="DejaVu Sans"/>
                <a:cs typeface="DejaVu Sans"/>
              </a:defRPr>
            </a:lvl7pPr>
            <a:lvl8pPr algn="l">
              <a:defRPr sz="2400" b="0">
                <a:solidFill>
                  <a:srgbClr val="73D7D0"/>
                </a:solidFill>
                <a:latin typeface="DejaVu Sans"/>
                <a:ea typeface="DejaVu Sans"/>
                <a:cs typeface="DejaVu Sans"/>
              </a:defRPr>
            </a:lvl8pPr>
            <a:lvl9pPr algn="l">
              <a:defRPr sz="2400" b="0">
                <a:solidFill>
                  <a:srgbClr val="73D7D0"/>
                </a:solidFill>
                <a:latin typeface="DejaVu Sans"/>
                <a:ea typeface="DejaVu Sans"/>
                <a:cs typeface="DejaVu Sans"/>
              </a:defRPr>
            </a:lvl9pPr>
          </a:lstStyle>
          <a:p xmlns:a="http://schemas.openxmlformats.org/drawingml/2006/main">
            <a:pPr algn="l">
              <a:defRPr sz="2400" b="0">
                <a:solidFill>
                  <a:srgbClr val="73D7D0"/>
                </a:solidFill>
                <a:latin typeface="DejaVu Sans"/>
                <a:ea typeface="DejaVu Sans"/>
                <a:cs typeface="DejaVu Sans"/>
              </a:defRPr>
            </a:pPr>
            <a:r>
              <a:rPr sz="2400" b="0">
                <a:solidFill>
                  <a:srgbClr val="73D7D0"/>
                </a:solidFill>
                <a:latin typeface="DejaVu Sans"/>
                <a:ea typeface="DejaVu Sans"/>
                <a:cs typeface="DejaVu Sans"/>
              </a:rPr>
              <a:t>Merge a change</a:t>
            </a:r>
          </a:p>
        </p:txBody>
      </p:sp>
      <p:sp>
        <p:nvSpPr>
          <p:cNvPr id="5" name="decision-2">
            <a:extLst xmlns:a="http://schemas.openxmlformats.org/drawingml/2006/main">
              <a:ext uri="{FF2B5EF4-FFF2-40B4-BE49-F238E27FC236}">
                <a16:creationId xmlns:a16="http://schemas.microsoft.com/office/drawing/2014/main" id="{5DE28B79-E7A3-4282-B9FE-0261EA8ED07B}"/>
              </a:ext>
            </a:extLst>
          </p:cNvPr>
          <p:cNvSpPr>
            <a:spLocks xmlns:a="http://schemas.openxmlformats.org/drawingml/2006/main" noGrp="1"/>
          </p:cNvSpPr>
          <p:nvPr/>
        </p:nvSpPr>
        <p:spPr>
          <a:xfrm xmlns:a="http://schemas.openxmlformats.org/drawingml/2006/main">
            <a:off x="647700" y="485775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73D7D0"/>
                </a:solidFill>
                <a:latin typeface="DejaVu Sans"/>
                <a:ea typeface="DejaVu Sans"/>
                <a:cs typeface="DejaVu Sans"/>
              </a:defRPr>
            </a:defPPr>
            <a:lvl1pPr algn="l">
              <a:defRPr sz="2400" b="0">
                <a:solidFill>
                  <a:srgbClr val="73D7D0"/>
                </a:solidFill>
                <a:latin typeface="DejaVu Sans"/>
                <a:ea typeface="DejaVu Sans"/>
                <a:cs typeface="DejaVu Sans"/>
              </a:defRPr>
            </a:lvl1pPr>
            <a:lvl2pPr algn="l">
              <a:defRPr sz="2400" b="0">
                <a:solidFill>
                  <a:srgbClr val="73D7D0"/>
                </a:solidFill>
                <a:latin typeface="DejaVu Sans"/>
                <a:ea typeface="DejaVu Sans"/>
                <a:cs typeface="DejaVu Sans"/>
              </a:defRPr>
            </a:lvl2pPr>
            <a:lvl3pPr algn="l">
              <a:defRPr sz="2400" b="0">
                <a:solidFill>
                  <a:srgbClr val="73D7D0"/>
                </a:solidFill>
                <a:latin typeface="DejaVu Sans"/>
                <a:ea typeface="DejaVu Sans"/>
                <a:cs typeface="DejaVu Sans"/>
              </a:defRPr>
            </a:lvl3pPr>
            <a:lvl4pPr algn="l">
              <a:defRPr sz="2400" b="0">
                <a:solidFill>
                  <a:srgbClr val="73D7D0"/>
                </a:solidFill>
                <a:latin typeface="DejaVu Sans"/>
                <a:ea typeface="DejaVu Sans"/>
                <a:cs typeface="DejaVu Sans"/>
              </a:defRPr>
            </a:lvl4pPr>
            <a:lvl5pPr algn="l">
              <a:defRPr sz="2400" b="0">
                <a:solidFill>
                  <a:srgbClr val="73D7D0"/>
                </a:solidFill>
                <a:latin typeface="DejaVu Sans"/>
                <a:ea typeface="DejaVu Sans"/>
                <a:cs typeface="DejaVu Sans"/>
              </a:defRPr>
            </a:lvl5pPr>
            <a:lvl6pPr algn="l">
              <a:defRPr sz="2400" b="0">
                <a:solidFill>
                  <a:srgbClr val="73D7D0"/>
                </a:solidFill>
                <a:latin typeface="DejaVu Sans"/>
                <a:ea typeface="DejaVu Sans"/>
                <a:cs typeface="DejaVu Sans"/>
              </a:defRPr>
            </a:lvl6pPr>
            <a:lvl7pPr algn="l">
              <a:defRPr sz="2400" b="0">
                <a:solidFill>
                  <a:srgbClr val="73D7D0"/>
                </a:solidFill>
                <a:latin typeface="DejaVu Sans"/>
                <a:ea typeface="DejaVu Sans"/>
                <a:cs typeface="DejaVu Sans"/>
              </a:defRPr>
            </a:lvl7pPr>
            <a:lvl8pPr algn="l">
              <a:defRPr sz="2400" b="0">
                <a:solidFill>
                  <a:srgbClr val="73D7D0"/>
                </a:solidFill>
                <a:latin typeface="DejaVu Sans"/>
                <a:ea typeface="DejaVu Sans"/>
                <a:cs typeface="DejaVu Sans"/>
              </a:defRPr>
            </a:lvl8pPr>
            <a:lvl9pPr algn="l">
              <a:defRPr sz="2400" b="0">
                <a:solidFill>
                  <a:srgbClr val="73D7D0"/>
                </a:solidFill>
                <a:latin typeface="DejaVu Sans"/>
                <a:ea typeface="DejaVu Sans"/>
                <a:cs typeface="DejaVu Sans"/>
              </a:defRPr>
            </a:lvl9pPr>
          </a:lstStyle>
          <a:p xmlns:a="http://schemas.openxmlformats.org/drawingml/2006/main">
            <a:pPr algn="l">
              <a:defRPr sz="2400" b="0">
                <a:solidFill>
                  <a:srgbClr val="73D7D0"/>
                </a:solidFill>
                <a:latin typeface="DejaVu Sans"/>
                <a:ea typeface="DejaVu Sans"/>
                <a:cs typeface="DejaVu Sans"/>
              </a:defRPr>
            </a:pPr>
            <a:r>
              <a:rPr sz="2400" b="0">
                <a:solidFill>
                  <a:srgbClr val="73D7D0"/>
                </a:solidFill>
                <a:latin typeface="DejaVu Sans"/>
                <a:ea typeface="DejaVu Sans"/>
                <a:cs typeface="DejaVu Sans"/>
              </a:rPr>
              <a:t>Deploy to a canary</a:t>
            </a:r>
          </a:p>
        </p:txBody>
      </p:sp>
      <p:sp>
        <p:nvSpPr>
          <p:cNvPr id="6" name="decision-3">
            <a:extLst xmlns:a="http://schemas.openxmlformats.org/drawingml/2006/main">
              <a:ext uri="{FF2B5EF4-FFF2-40B4-BE49-F238E27FC236}">
                <a16:creationId xmlns:a16="http://schemas.microsoft.com/office/drawing/2014/main" id="{4A4773F9-F5FB-47F4-AF53-0F919C8A268F}"/>
              </a:ext>
            </a:extLst>
          </p:cNvPr>
          <p:cNvSpPr>
            <a:spLocks xmlns:a="http://schemas.openxmlformats.org/drawingml/2006/main" noGrp="1"/>
          </p:cNvSpPr>
          <p:nvPr/>
        </p:nvSpPr>
        <p:spPr>
          <a:xfrm xmlns:a="http://schemas.openxmlformats.org/drawingml/2006/main">
            <a:off x="647700" y="5495925"/>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73D7D0"/>
                </a:solidFill>
                <a:latin typeface="DejaVu Sans"/>
                <a:ea typeface="DejaVu Sans"/>
                <a:cs typeface="DejaVu Sans"/>
              </a:defRPr>
            </a:defPPr>
            <a:lvl1pPr algn="l">
              <a:defRPr sz="2400" b="0">
                <a:solidFill>
                  <a:srgbClr val="73D7D0"/>
                </a:solidFill>
                <a:latin typeface="DejaVu Sans"/>
                <a:ea typeface="DejaVu Sans"/>
                <a:cs typeface="DejaVu Sans"/>
              </a:defRPr>
            </a:lvl1pPr>
            <a:lvl2pPr algn="l">
              <a:defRPr sz="2400" b="0">
                <a:solidFill>
                  <a:srgbClr val="73D7D0"/>
                </a:solidFill>
                <a:latin typeface="DejaVu Sans"/>
                <a:ea typeface="DejaVu Sans"/>
                <a:cs typeface="DejaVu Sans"/>
              </a:defRPr>
            </a:lvl2pPr>
            <a:lvl3pPr algn="l">
              <a:defRPr sz="2400" b="0">
                <a:solidFill>
                  <a:srgbClr val="73D7D0"/>
                </a:solidFill>
                <a:latin typeface="DejaVu Sans"/>
                <a:ea typeface="DejaVu Sans"/>
                <a:cs typeface="DejaVu Sans"/>
              </a:defRPr>
            </a:lvl3pPr>
            <a:lvl4pPr algn="l">
              <a:defRPr sz="2400" b="0">
                <a:solidFill>
                  <a:srgbClr val="73D7D0"/>
                </a:solidFill>
                <a:latin typeface="DejaVu Sans"/>
                <a:ea typeface="DejaVu Sans"/>
                <a:cs typeface="DejaVu Sans"/>
              </a:defRPr>
            </a:lvl4pPr>
            <a:lvl5pPr algn="l">
              <a:defRPr sz="2400" b="0">
                <a:solidFill>
                  <a:srgbClr val="73D7D0"/>
                </a:solidFill>
                <a:latin typeface="DejaVu Sans"/>
                <a:ea typeface="DejaVu Sans"/>
                <a:cs typeface="DejaVu Sans"/>
              </a:defRPr>
            </a:lvl5pPr>
            <a:lvl6pPr algn="l">
              <a:defRPr sz="2400" b="0">
                <a:solidFill>
                  <a:srgbClr val="73D7D0"/>
                </a:solidFill>
                <a:latin typeface="DejaVu Sans"/>
                <a:ea typeface="DejaVu Sans"/>
                <a:cs typeface="DejaVu Sans"/>
              </a:defRPr>
            </a:lvl6pPr>
            <a:lvl7pPr algn="l">
              <a:defRPr sz="2400" b="0">
                <a:solidFill>
                  <a:srgbClr val="73D7D0"/>
                </a:solidFill>
                <a:latin typeface="DejaVu Sans"/>
                <a:ea typeface="DejaVu Sans"/>
                <a:cs typeface="DejaVu Sans"/>
              </a:defRPr>
            </a:lvl7pPr>
            <a:lvl8pPr algn="l">
              <a:defRPr sz="2400" b="0">
                <a:solidFill>
                  <a:srgbClr val="73D7D0"/>
                </a:solidFill>
                <a:latin typeface="DejaVu Sans"/>
                <a:ea typeface="DejaVu Sans"/>
                <a:cs typeface="DejaVu Sans"/>
              </a:defRPr>
            </a:lvl8pPr>
            <a:lvl9pPr algn="l">
              <a:defRPr sz="2400" b="0">
                <a:solidFill>
                  <a:srgbClr val="73D7D0"/>
                </a:solidFill>
                <a:latin typeface="DejaVu Sans"/>
                <a:ea typeface="DejaVu Sans"/>
                <a:cs typeface="DejaVu Sans"/>
              </a:defRPr>
            </a:lvl9pPr>
          </a:lstStyle>
          <a:p xmlns:a="http://schemas.openxmlformats.org/drawingml/2006/main">
            <a:pPr algn="l">
              <a:defRPr sz="2400" b="0">
                <a:solidFill>
                  <a:srgbClr val="73D7D0"/>
                </a:solidFill>
                <a:latin typeface="DejaVu Sans"/>
                <a:ea typeface="DejaVu Sans"/>
                <a:cs typeface="DejaVu Sans"/>
              </a:defRPr>
            </a:pPr>
            <a:r>
              <a:rPr sz="2400" b="0">
                <a:solidFill>
                  <a:srgbClr val="73D7D0"/>
                </a:solidFill>
                <a:latin typeface="DejaVu Sans"/>
                <a:ea typeface="DejaVu Sans"/>
                <a:cs typeface="DejaVu Sans"/>
              </a:rPr>
              <a:t>Expand a rollout</a:t>
            </a:r>
          </a:p>
        </p:txBody>
      </p:sp>
    </p:spTree>
    <p:extLst>
      <p:ext uri="{BB962C8B-B14F-4D97-AF65-F5344CB8AC3E}">
        <p14:creationId xmlns:p14="http://schemas.microsoft.com/office/powerpoint/2010/main" val="2117195510"/>
      </p:ext>
    </p:extLst>
  </p:cSld>
</p:sld>
</file>

<file path=ppt/slides/slide3.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A1B638E-5C8A-4768-AF47-9FFD6A0A712F}"/>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Software lifecycles already include feedback</a:t>
            </a:r>
          </a:p>
        </p:txBody>
      </p:sp>
      <p:sp>
        <p:nvSpPr>
          <p:cNvPr id="3" name="year-0">
            <a:extLst xmlns:a="http://schemas.openxmlformats.org/drawingml/2006/main">
              <a:ext uri="{FF2B5EF4-FFF2-40B4-BE49-F238E27FC236}">
                <a16:creationId xmlns:a16="http://schemas.microsoft.com/office/drawing/2014/main" id="{1323F2D4-DA22-403D-8093-A66CB907445D}"/>
              </a:ext>
            </a:extLst>
          </p:cNvPr>
          <p:cNvSpPr>
            <a:spLocks xmlns:a="http://schemas.openxmlformats.org/drawingml/2006/main" noGrp="1"/>
          </p:cNvSpPr>
          <p:nvPr/>
        </p:nvSpPr>
        <p:spPr>
          <a:xfrm xmlns:a="http://schemas.openxmlformats.org/drawingml/2006/main">
            <a:off x="609600" y="195262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3D7D0"/>
                </a:solidFill>
                <a:latin typeface="DejaVu Sans"/>
                <a:ea typeface="DejaVu Sans"/>
                <a:cs typeface="DejaVu Sans"/>
              </a:defRPr>
            </a:defPPr>
            <a:lvl1pPr algn="l">
              <a:defRPr sz="3600" b="1">
                <a:solidFill>
                  <a:srgbClr val="73D7D0"/>
                </a:solidFill>
                <a:latin typeface="DejaVu Sans"/>
                <a:ea typeface="DejaVu Sans"/>
                <a:cs typeface="DejaVu Sans"/>
              </a:defRPr>
            </a:lvl1pPr>
            <a:lvl2pPr algn="l">
              <a:defRPr sz="3600" b="1">
                <a:solidFill>
                  <a:srgbClr val="73D7D0"/>
                </a:solidFill>
                <a:latin typeface="DejaVu Sans"/>
                <a:ea typeface="DejaVu Sans"/>
                <a:cs typeface="DejaVu Sans"/>
              </a:defRPr>
            </a:lvl2pPr>
            <a:lvl3pPr algn="l">
              <a:defRPr sz="3600" b="1">
                <a:solidFill>
                  <a:srgbClr val="73D7D0"/>
                </a:solidFill>
                <a:latin typeface="DejaVu Sans"/>
                <a:ea typeface="DejaVu Sans"/>
                <a:cs typeface="DejaVu Sans"/>
              </a:defRPr>
            </a:lvl3pPr>
            <a:lvl4pPr algn="l">
              <a:defRPr sz="3600" b="1">
                <a:solidFill>
                  <a:srgbClr val="73D7D0"/>
                </a:solidFill>
                <a:latin typeface="DejaVu Sans"/>
                <a:ea typeface="DejaVu Sans"/>
                <a:cs typeface="DejaVu Sans"/>
              </a:defRPr>
            </a:lvl4pPr>
            <a:lvl5pPr algn="l">
              <a:defRPr sz="3600" b="1">
                <a:solidFill>
                  <a:srgbClr val="73D7D0"/>
                </a:solidFill>
                <a:latin typeface="DejaVu Sans"/>
                <a:ea typeface="DejaVu Sans"/>
                <a:cs typeface="DejaVu Sans"/>
              </a:defRPr>
            </a:lvl5pPr>
            <a:lvl6pPr algn="l">
              <a:defRPr sz="3600" b="1">
                <a:solidFill>
                  <a:srgbClr val="73D7D0"/>
                </a:solidFill>
                <a:latin typeface="DejaVu Sans"/>
                <a:ea typeface="DejaVu Sans"/>
                <a:cs typeface="DejaVu Sans"/>
              </a:defRPr>
            </a:lvl6pPr>
            <a:lvl7pPr algn="l">
              <a:defRPr sz="3600" b="1">
                <a:solidFill>
                  <a:srgbClr val="73D7D0"/>
                </a:solidFill>
                <a:latin typeface="DejaVu Sans"/>
                <a:ea typeface="DejaVu Sans"/>
                <a:cs typeface="DejaVu Sans"/>
              </a:defRPr>
            </a:lvl7pPr>
            <a:lvl8pPr algn="l">
              <a:defRPr sz="3600" b="1">
                <a:solidFill>
                  <a:srgbClr val="73D7D0"/>
                </a:solidFill>
                <a:latin typeface="DejaVu Sans"/>
                <a:ea typeface="DejaVu Sans"/>
                <a:cs typeface="DejaVu Sans"/>
              </a:defRPr>
            </a:lvl8pPr>
            <a:lvl9pPr algn="l">
              <a:defRPr sz="3600" b="1">
                <a:solidFill>
                  <a:srgbClr val="73D7D0"/>
                </a:solidFill>
                <a:latin typeface="DejaVu Sans"/>
                <a:ea typeface="DejaVu Sans"/>
                <a:cs typeface="DejaVu Sans"/>
              </a:defRPr>
            </a:lvl9pPr>
          </a:lstStyle>
          <a:p xmlns:a="http://schemas.openxmlformats.org/drawingml/2006/main">
            <a:pPr algn="l">
              <a:defRPr sz="3600" b="1">
                <a:solidFill>
                  <a:srgbClr val="73D7D0"/>
                </a:solidFill>
                <a:latin typeface="DejaVu Sans"/>
                <a:ea typeface="DejaVu Sans"/>
                <a:cs typeface="DejaVu Sans"/>
              </a:defRPr>
            </a:pPr>
            <a:r>
              <a:rPr sz="3600" b="1">
                <a:solidFill>
                  <a:srgbClr val="73D7D0"/>
                </a:solidFill>
                <a:latin typeface="DejaVu Sans"/>
                <a:ea typeface="DejaVu Sans"/>
                <a:cs typeface="DejaVu Sans"/>
              </a:rPr>
              <a:t>1970</a:t>
            </a:r>
          </a:p>
        </p:txBody>
      </p:sp>
      <p:sp>
        <p:nvSpPr>
          <p:cNvPr id="4" name="event-0">
            <a:extLst xmlns:a="http://schemas.openxmlformats.org/drawingml/2006/main">
              <a:ext uri="{FF2B5EF4-FFF2-40B4-BE49-F238E27FC236}">
                <a16:creationId xmlns:a16="http://schemas.microsoft.com/office/drawing/2014/main" id="{A0F12CE1-4F74-4105-981A-07E167EA5692}"/>
              </a:ext>
            </a:extLst>
          </p:cNvPr>
          <p:cNvSpPr>
            <a:spLocks xmlns:a="http://schemas.openxmlformats.org/drawingml/2006/main" noGrp="1"/>
          </p:cNvSpPr>
          <p:nvPr/>
        </p:nvSpPr>
        <p:spPr>
          <a:xfrm xmlns:a="http://schemas.openxmlformats.org/drawingml/2006/main">
            <a:off x="609600" y="28765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DejaVu Sans"/>
                <a:ea typeface="DejaVu Sans"/>
                <a:cs typeface="DejaVu Sans"/>
              </a:defRPr>
            </a:defPPr>
            <a:lvl1pPr algn="l">
              <a:defRPr sz="2025" b="1">
                <a:solidFill>
                  <a:srgbClr val="FFFFFF"/>
                </a:solidFill>
                <a:latin typeface="DejaVu Sans"/>
                <a:ea typeface="DejaVu Sans"/>
                <a:cs typeface="DejaVu Sans"/>
              </a:defRPr>
            </a:lvl1pPr>
            <a:lvl2pPr algn="l">
              <a:defRPr sz="2025" b="1">
                <a:solidFill>
                  <a:srgbClr val="FFFFFF"/>
                </a:solidFill>
                <a:latin typeface="DejaVu Sans"/>
                <a:ea typeface="DejaVu Sans"/>
                <a:cs typeface="DejaVu Sans"/>
              </a:defRPr>
            </a:lvl2pPr>
            <a:lvl3pPr algn="l">
              <a:defRPr sz="2025" b="1">
                <a:solidFill>
                  <a:srgbClr val="FFFFFF"/>
                </a:solidFill>
                <a:latin typeface="DejaVu Sans"/>
                <a:ea typeface="DejaVu Sans"/>
                <a:cs typeface="DejaVu Sans"/>
              </a:defRPr>
            </a:lvl3pPr>
            <a:lvl4pPr algn="l">
              <a:defRPr sz="2025" b="1">
                <a:solidFill>
                  <a:srgbClr val="FFFFFF"/>
                </a:solidFill>
                <a:latin typeface="DejaVu Sans"/>
                <a:ea typeface="DejaVu Sans"/>
                <a:cs typeface="DejaVu Sans"/>
              </a:defRPr>
            </a:lvl4pPr>
            <a:lvl5pPr algn="l">
              <a:defRPr sz="2025" b="1">
                <a:solidFill>
                  <a:srgbClr val="FFFFFF"/>
                </a:solidFill>
                <a:latin typeface="DejaVu Sans"/>
                <a:ea typeface="DejaVu Sans"/>
                <a:cs typeface="DejaVu Sans"/>
              </a:defRPr>
            </a:lvl5pPr>
            <a:lvl6pPr algn="l">
              <a:defRPr sz="2025" b="1">
                <a:solidFill>
                  <a:srgbClr val="FFFFFF"/>
                </a:solidFill>
                <a:latin typeface="DejaVu Sans"/>
                <a:ea typeface="DejaVu Sans"/>
                <a:cs typeface="DejaVu Sans"/>
              </a:defRPr>
            </a:lvl6pPr>
            <a:lvl7pPr algn="l">
              <a:defRPr sz="2025" b="1">
                <a:solidFill>
                  <a:srgbClr val="FFFFFF"/>
                </a:solidFill>
                <a:latin typeface="DejaVu Sans"/>
                <a:ea typeface="DejaVu Sans"/>
                <a:cs typeface="DejaVu Sans"/>
              </a:defRPr>
            </a:lvl7pPr>
            <a:lvl8pPr algn="l">
              <a:defRPr sz="2025" b="1">
                <a:solidFill>
                  <a:srgbClr val="FFFFFF"/>
                </a:solidFill>
                <a:latin typeface="DejaVu Sans"/>
                <a:ea typeface="DejaVu Sans"/>
                <a:cs typeface="DejaVu Sans"/>
              </a:defRPr>
            </a:lvl8pPr>
            <a:lvl9pPr algn="l">
              <a:defRPr sz="2025" b="1">
                <a:solidFill>
                  <a:srgbClr val="FFFFFF"/>
                </a:solidFill>
                <a:latin typeface="DejaVu Sans"/>
                <a:ea typeface="DejaVu Sans"/>
                <a:cs typeface="DejaVu Sans"/>
              </a:defRPr>
            </a:lvl9pPr>
          </a:lstStyle>
          <a:p xmlns:a="http://schemas.openxmlformats.org/drawingml/2006/main">
            <a:pPr algn="l">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Royce</a:t>
            </a:r>
          </a:p>
        </p:txBody>
      </p:sp>
      <p:sp>
        <p:nvSpPr>
          <p:cNvPr id="5" name="detail-0">
            <a:extLst xmlns:a="http://schemas.openxmlformats.org/drawingml/2006/main">
              <a:ext uri="{FF2B5EF4-FFF2-40B4-BE49-F238E27FC236}">
                <a16:creationId xmlns:a16="http://schemas.microsoft.com/office/drawing/2014/main" id="{47D7FB89-D077-4B80-B966-49A07180105D}"/>
              </a:ext>
            </a:extLst>
          </p:cNvPr>
          <p:cNvSpPr>
            <a:spLocks xmlns:a="http://schemas.openxmlformats.org/drawingml/2006/main" noGrp="1"/>
          </p:cNvSpPr>
          <p:nvPr/>
        </p:nvSpPr>
        <p:spPr>
          <a:xfrm xmlns:a="http://schemas.openxmlformats.org/drawingml/2006/main">
            <a:off x="609600" y="3714750"/>
            <a:ext cx="2571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AB8C0"/>
                </a:solidFill>
                <a:latin typeface="DejaVu Sans"/>
                <a:ea typeface="DejaVu Sans"/>
                <a:cs typeface="DejaVu Sans"/>
              </a:defRPr>
            </a:defPPr>
            <a:lvl1pPr algn="l">
              <a:defRPr sz="1875" b="0">
                <a:solidFill>
                  <a:srgbClr val="AAB8C0"/>
                </a:solidFill>
                <a:latin typeface="DejaVu Sans"/>
                <a:ea typeface="DejaVu Sans"/>
                <a:cs typeface="DejaVu Sans"/>
              </a:defRPr>
            </a:lvl1pPr>
            <a:lvl2pPr algn="l">
              <a:defRPr sz="1875" b="0">
                <a:solidFill>
                  <a:srgbClr val="AAB8C0"/>
                </a:solidFill>
                <a:latin typeface="DejaVu Sans"/>
                <a:ea typeface="DejaVu Sans"/>
                <a:cs typeface="DejaVu Sans"/>
              </a:defRPr>
            </a:lvl2pPr>
            <a:lvl3pPr algn="l">
              <a:defRPr sz="1875" b="0">
                <a:solidFill>
                  <a:srgbClr val="AAB8C0"/>
                </a:solidFill>
                <a:latin typeface="DejaVu Sans"/>
                <a:ea typeface="DejaVu Sans"/>
                <a:cs typeface="DejaVu Sans"/>
              </a:defRPr>
            </a:lvl3pPr>
            <a:lvl4pPr algn="l">
              <a:defRPr sz="1875" b="0">
                <a:solidFill>
                  <a:srgbClr val="AAB8C0"/>
                </a:solidFill>
                <a:latin typeface="DejaVu Sans"/>
                <a:ea typeface="DejaVu Sans"/>
                <a:cs typeface="DejaVu Sans"/>
              </a:defRPr>
            </a:lvl4pPr>
            <a:lvl5pPr algn="l">
              <a:defRPr sz="1875" b="0">
                <a:solidFill>
                  <a:srgbClr val="AAB8C0"/>
                </a:solidFill>
                <a:latin typeface="DejaVu Sans"/>
                <a:ea typeface="DejaVu Sans"/>
                <a:cs typeface="DejaVu Sans"/>
              </a:defRPr>
            </a:lvl5pPr>
            <a:lvl6pPr algn="l">
              <a:defRPr sz="1875" b="0">
                <a:solidFill>
                  <a:srgbClr val="AAB8C0"/>
                </a:solidFill>
                <a:latin typeface="DejaVu Sans"/>
                <a:ea typeface="DejaVu Sans"/>
                <a:cs typeface="DejaVu Sans"/>
              </a:defRPr>
            </a:lvl6pPr>
            <a:lvl7pPr algn="l">
              <a:defRPr sz="1875" b="0">
                <a:solidFill>
                  <a:srgbClr val="AAB8C0"/>
                </a:solidFill>
                <a:latin typeface="DejaVu Sans"/>
                <a:ea typeface="DejaVu Sans"/>
                <a:cs typeface="DejaVu Sans"/>
              </a:defRPr>
            </a:lvl7pPr>
            <a:lvl8pPr algn="l">
              <a:defRPr sz="1875" b="0">
                <a:solidFill>
                  <a:srgbClr val="AAB8C0"/>
                </a:solidFill>
                <a:latin typeface="DejaVu Sans"/>
                <a:ea typeface="DejaVu Sans"/>
                <a:cs typeface="DejaVu Sans"/>
              </a:defRPr>
            </a:lvl8pPr>
            <a:lvl9pPr algn="l">
              <a:defRPr sz="1875" b="0">
                <a:solidFill>
                  <a:srgbClr val="AAB8C0"/>
                </a:solidFill>
                <a:latin typeface="DejaVu Sans"/>
                <a:ea typeface="DejaVu Sans"/>
                <a:cs typeface="DejaVu Sans"/>
              </a:defRPr>
            </a:lvl9pPr>
          </a:lstStyle>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The paper warns that a simple</a:t>
            </a:r>
          </a:p>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sequence carries substantial risk.</a:t>
            </a:r>
          </a:p>
        </p:txBody>
      </p:sp>
      <p:sp>
        <p:nvSpPr>
          <p:cNvPr id="6" name="year-1">
            <a:extLst xmlns:a="http://schemas.openxmlformats.org/drawingml/2006/main">
              <a:ext uri="{FF2B5EF4-FFF2-40B4-BE49-F238E27FC236}">
                <a16:creationId xmlns:a16="http://schemas.microsoft.com/office/drawing/2014/main" id="{25030D02-534D-458C-8CBB-FBC8709D9667}"/>
              </a:ext>
            </a:extLst>
          </p:cNvPr>
          <p:cNvSpPr>
            <a:spLocks xmlns:a="http://schemas.openxmlformats.org/drawingml/2006/main" noGrp="1"/>
          </p:cNvSpPr>
          <p:nvPr/>
        </p:nvSpPr>
        <p:spPr>
          <a:xfrm xmlns:a="http://schemas.openxmlformats.org/drawingml/2006/main">
            <a:off x="3457575" y="195262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3D7D0"/>
                </a:solidFill>
                <a:latin typeface="DejaVu Sans"/>
                <a:ea typeface="DejaVu Sans"/>
                <a:cs typeface="DejaVu Sans"/>
              </a:defRPr>
            </a:defPPr>
            <a:lvl1pPr algn="l">
              <a:defRPr sz="3600" b="1">
                <a:solidFill>
                  <a:srgbClr val="73D7D0"/>
                </a:solidFill>
                <a:latin typeface="DejaVu Sans"/>
                <a:ea typeface="DejaVu Sans"/>
                <a:cs typeface="DejaVu Sans"/>
              </a:defRPr>
            </a:lvl1pPr>
            <a:lvl2pPr algn="l">
              <a:defRPr sz="3600" b="1">
                <a:solidFill>
                  <a:srgbClr val="73D7D0"/>
                </a:solidFill>
                <a:latin typeface="DejaVu Sans"/>
                <a:ea typeface="DejaVu Sans"/>
                <a:cs typeface="DejaVu Sans"/>
              </a:defRPr>
            </a:lvl2pPr>
            <a:lvl3pPr algn="l">
              <a:defRPr sz="3600" b="1">
                <a:solidFill>
                  <a:srgbClr val="73D7D0"/>
                </a:solidFill>
                <a:latin typeface="DejaVu Sans"/>
                <a:ea typeface="DejaVu Sans"/>
                <a:cs typeface="DejaVu Sans"/>
              </a:defRPr>
            </a:lvl3pPr>
            <a:lvl4pPr algn="l">
              <a:defRPr sz="3600" b="1">
                <a:solidFill>
                  <a:srgbClr val="73D7D0"/>
                </a:solidFill>
                <a:latin typeface="DejaVu Sans"/>
                <a:ea typeface="DejaVu Sans"/>
                <a:cs typeface="DejaVu Sans"/>
              </a:defRPr>
            </a:lvl4pPr>
            <a:lvl5pPr algn="l">
              <a:defRPr sz="3600" b="1">
                <a:solidFill>
                  <a:srgbClr val="73D7D0"/>
                </a:solidFill>
                <a:latin typeface="DejaVu Sans"/>
                <a:ea typeface="DejaVu Sans"/>
                <a:cs typeface="DejaVu Sans"/>
              </a:defRPr>
            </a:lvl5pPr>
            <a:lvl6pPr algn="l">
              <a:defRPr sz="3600" b="1">
                <a:solidFill>
                  <a:srgbClr val="73D7D0"/>
                </a:solidFill>
                <a:latin typeface="DejaVu Sans"/>
                <a:ea typeface="DejaVu Sans"/>
                <a:cs typeface="DejaVu Sans"/>
              </a:defRPr>
            </a:lvl6pPr>
            <a:lvl7pPr algn="l">
              <a:defRPr sz="3600" b="1">
                <a:solidFill>
                  <a:srgbClr val="73D7D0"/>
                </a:solidFill>
                <a:latin typeface="DejaVu Sans"/>
                <a:ea typeface="DejaVu Sans"/>
                <a:cs typeface="DejaVu Sans"/>
              </a:defRPr>
            </a:lvl7pPr>
            <a:lvl8pPr algn="l">
              <a:defRPr sz="3600" b="1">
                <a:solidFill>
                  <a:srgbClr val="73D7D0"/>
                </a:solidFill>
                <a:latin typeface="DejaVu Sans"/>
                <a:ea typeface="DejaVu Sans"/>
                <a:cs typeface="DejaVu Sans"/>
              </a:defRPr>
            </a:lvl8pPr>
            <a:lvl9pPr algn="l">
              <a:defRPr sz="3600" b="1">
                <a:solidFill>
                  <a:srgbClr val="73D7D0"/>
                </a:solidFill>
                <a:latin typeface="DejaVu Sans"/>
                <a:ea typeface="DejaVu Sans"/>
                <a:cs typeface="DejaVu Sans"/>
              </a:defRPr>
            </a:lvl9pPr>
          </a:lstStyle>
          <a:p xmlns:a="http://schemas.openxmlformats.org/drawingml/2006/main">
            <a:pPr algn="l">
              <a:defRPr sz="3600" b="1">
                <a:solidFill>
                  <a:srgbClr val="73D7D0"/>
                </a:solidFill>
                <a:latin typeface="DejaVu Sans"/>
                <a:ea typeface="DejaVu Sans"/>
                <a:cs typeface="DejaVu Sans"/>
              </a:defRPr>
            </a:pPr>
            <a:r>
              <a:rPr sz="3600" b="1">
                <a:solidFill>
                  <a:srgbClr val="73D7D0"/>
                </a:solidFill>
                <a:latin typeface="DejaVu Sans"/>
                <a:ea typeface="DejaVu Sans"/>
                <a:cs typeface="DejaVu Sans"/>
              </a:rPr>
              <a:t>1988</a:t>
            </a:r>
          </a:p>
        </p:txBody>
      </p:sp>
      <p:sp>
        <p:nvSpPr>
          <p:cNvPr id="7" name="event-1">
            <a:extLst xmlns:a="http://schemas.openxmlformats.org/drawingml/2006/main">
              <a:ext uri="{FF2B5EF4-FFF2-40B4-BE49-F238E27FC236}">
                <a16:creationId xmlns:a16="http://schemas.microsoft.com/office/drawing/2014/main" id="{7B7B3FE0-1A8E-48D5-A9F9-8EF0872BDB1E}"/>
              </a:ext>
            </a:extLst>
          </p:cNvPr>
          <p:cNvSpPr>
            <a:spLocks xmlns:a="http://schemas.openxmlformats.org/drawingml/2006/main" noGrp="1"/>
          </p:cNvSpPr>
          <p:nvPr/>
        </p:nvSpPr>
        <p:spPr>
          <a:xfrm xmlns:a="http://schemas.openxmlformats.org/drawingml/2006/main">
            <a:off x="3457575" y="28765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DejaVu Sans"/>
                <a:ea typeface="DejaVu Sans"/>
                <a:cs typeface="DejaVu Sans"/>
              </a:defRPr>
            </a:defPPr>
            <a:lvl1pPr algn="l">
              <a:defRPr sz="2025" b="1">
                <a:solidFill>
                  <a:srgbClr val="FFFFFF"/>
                </a:solidFill>
                <a:latin typeface="DejaVu Sans"/>
                <a:ea typeface="DejaVu Sans"/>
                <a:cs typeface="DejaVu Sans"/>
              </a:defRPr>
            </a:lvl1pPr>
            <a:lvl2pPr algn="l">
              <a:defRPr sz="2025" b="1">
                <a:solidFill>
                  <a:srgbClr val="FFFFFF"/>
                </a:solidFill>
                <a:latin typeface="DejaVu Sans"/>
                <a:ea typeface="DejaVu Sans"/>
                <a:cs typeface="DejaVu Sans"/>
              </a:defRPr>
            </a:lvl2pPr>
            <a:lvl3pPr algn="l">
              <a:defRPr sz="2025" b="1">
                <a:solidFill>
                  <a:srgbClr val="FFFFFF"/>
                </a:solidFill>
                <a:latin typeface="DejaVu Sans"/>
                <a:ea typeface="DejaVu Sans"/>
                <a:cs typeface="DejaVu Sans"/>
              </a:defRPr>
            </a:lvl3pPr>
            <a:lvl4pPr algn="l">
              <a:defRPr sz="2025" b="1">
                <a:solidFill>
                  <a:srgbClr val="FFFFFF"/>
                </a:solidFill>
                <a:latin typeface="DejaVu Sans"/>
                <a:ea typeface="DejaVu Sans"/>
                <a:cs typeface="DejaVu Sans"/>
              </a:defRPr>
            </a:lvl4pPr>
            <a:lvl5pPr algn="l">
              <a:defRPr sz="2025" b="1">
                <a:solidFill>
                  <a:srgbClr val="FFFFFF"/>
                </a:solidFill>
                <a:latin typeface="DejaVu Sans"/>
                <a:ea typeface="DejaVu Sans"/>
                <a:cs typeface="DejaVu Sans"/>
              </a:defRPr>
            </a:lvl5pPr>
            <a:lvl6pPr algn="l">
              <a:defRPr sz="2025" b="1">
                <a:solidFill>
                  <a:srgbClr val="FFFFFF"/>
                </a:solidFill>
                <a:latin typeface="DejaVu Sans"/>
                <a:ea typeface="DejaVu Sans"/>
                <a:cs typeface="DejaVu Sans"/>
              </a:defRPr>
            </a:lvl6pPr>
            <a:lvl7pPr algn="l">
              <a:defRPr sz="2025" b="1">
                <a:solidFill>
                  <a:srgbClr val="FFFFFF"/>
                </a:solidFill>
                <a:latin typeface="DejaVu Sans"/>
                <a:ea typeface="DejaVu Sans"/>
                <a:cs typeface="DejaVu Sans"/>
              </a:defRPr>
            </a:lvl7pPr>
            <a:lvl8pPr algn="l">
              <a:defRPr sz="2025" b="1">
                <a:solidFill>
                  <a:srgbClr val="FFFFFF"/>
                </a:solidFill>
                <a:latin typeface="DejaVu Sans"/>
                <a:ea typeface="DejaVu Sans"/>
                <a:cs typeface="DejaVu Sans"/>
              </a:defRPr>
            </a:lvl8pPr>
            <a:lvl9pPr algn="l">
              <a:defRPr sz="2025" b="1">
                <a:solidFill>
                  <a:srgbClr val="FFFFFF"/>
                </a:solidFill>
                <a:latin typeface="DejaVu Sans"/>
                <a:ea typeface="DejaVu Sans"/>
                <a:cs typeface="DejaVu Sans"/>
              </a:defRPr>
            </a:lvl9pPr>
          </a:lstStyle>
          <a:p xmlns:a="http://schemas.openxmlformats.org/drawingml/2006/main">
            <a:pPr algn="l">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Spiral model</a:t>
            </a:r>
          </a:p>
        </p:txBody>
      </p:sp>
      <p:sp>
        <p:nvSpPr>
          <p:cNvPr id="8" name="detail-1">
            <a:extLst xmlns:a="http://schemas.openxmlformats.org/drawingml/2006/main">
              <a:ext uri="{FF2B5EF4-FFF2-40B4-BE49-F238E27FC236}">
                <a16:creationId xmlns:a16="http://schemas.microsoft.com/office/drawing/2014/main" id="{04CCBB08-A634-4C76-A1CD-20D31E677CD9}"/>
              </a:ext>
            </a:extLst>
          </p:cNvPr>
          <p:cNvSpPr>
            <a:spLocks xmlns:a="http://schemas.openxmlformats.org/drawingml/2006/main" noGrp="1"/>
          </p:cNvSpPr>
          <p:nvPr/>
        </p:nvSpPr>
        <p:spPr>
          <a:xfrm xmlns:a="http://schemas.openxmlformats.org/drawingml/2006/main">
            <a:off x="3457575" y="3714750"/>
            <a:ext cx="2571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AB8C0"/>
                </a:solidFill>
                <a:latin typeface="DejaVu Sans"/>
                <a:ea typeface="DejaVu Sans"/>
                <a:cs typeface="DejaVu Sans"/>
              </a:defRPr>
            </a:defPPr>
            <a:lvl1pPr algn="l">
              <a:defRPr sz="1875" b="0">
                <a:solidFill>
                  <a:srgbClr val="AAB8C0"/>
                </a:solidFill>
                <a:latin typeface="DejaVu Sans"/>
                <a:ea typeface="DejaVu Sans"/>
                <a:cs typeface="DejaVu Sans"/>
              </a:defRPr>
            </a:lvl1pPr>
            <a:lvl2pPr algn="l">
              <a:defRPr sz="1875" b="0">
                <a:solidFill>
                  <a:srgbClr val="AAB8C0"/>
                </a:solidFill>
                <a:latin typeface="DejaVu Sans"/>
                <a:ea typeface="DejaVu Sans"/>
                <a:cs typeface="DejaVu Sans"/>
              </a:defRPr>
            </a:lvl2pPr>
            <a:lvl3pPr algn="l">
              <a:defRPr sz="1875" b="0">
                <a:solidFill>
                  <a:srgbClr val="AAB8C0"/>
                </a:solidFill>
                <a:latin typeface="DejaVu Sans"/>
                <a:ea typeface="DejaVu Sans"/>
                <a:cs typeface="DejaVu Sans"/>
              </a:defRPr>
            </a:lvl3pPr>
            <a:lvl4pPr algn="l">
              <a:defRPr sz="1875" b="0">
                <a:solidFill>
                  <a:srgbClr val="AAB8C0"/>
                </a:solidFill>
                <a:latin typeface="DejaVu Sans"/>
                <a:ea typeface="DejaVu Sans"/>
                <a:cs typeface="DejaVu Sans"/>
              </a:defRPr>
            </a:lvl4pPr>
            <a:lvl5pPr algn="l">
              <a:defRPr sz="1875" b="0">
                <a:solidFill>
                  <a:srgbClr val="AAB8C0"/>
                </a:solidFill>
                <a:latin typeface="DejaVu Sans"/>
                <a:ea typeface="DejaVu Sans"/>
                <a:cs typeface="DejaVu Sans"/>
              </a:defRPr>
            </a:lvl5pPr>
            <a:lvl6pPr algn="l">
              <a:defRPr sz="1875" b="0">
                <a:solidFill>
                  <a:srgbClr val="AAB8C0"/>
                </a:solidFill>
                <a:latin typeface="DejaVu Sans"/>
                <a:ea typeface="DejaVu Sans"/>
                <a:cs typeface="DejaVu Sans"/>
              </a:defRPr>
            </a:lvl6pPr>
            <a:lvl7pPr algn="l">
              <a:defRPr sz="1875" b="0">
                <a:solidFill>
                  <a:srgbClr val="AAB8C0"/>
                </a:solidFill>
                <a:latin typeface="DejaVu Sans"/>
                <a:ea typeface="DejaVu Sans"/>
                <a:cs typeface="DejaVu Sans"/>
              </a:defRPr>
            </a:lvl7pPr>
            <a:lvl8pPr algn="l">
              <a:defRPr sz="1875" b="0">
                <a:solidFill>
                  <a:srgbClr val="AAB8C0"/>
                </a:solidFill>
                <a:latin typeface="DejaVu Sans"/>
                <a:ea typeface="DejaVu Sans"/>
                <a:cs typeface="DejaVu Sans"/>
              </a:defRPr>
            </a:lvl8pPr>
            <a:lvl9pPr algn="l">
              <a:defRPr sz="1875" b="0">
                <a:solidFill>
                  <a:srgbClr val="AAB8C0"/>
                </a:solidFill>
                <a:latin typeface="DejaVu Sans"/>
                <a:ea typeface="DejaVu Sans"/>
                <a:cs typeface="DejaVu Sans"/>
              </a:defRPr>
            </a:lvl9pPr>
          </a:lstStyle>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Risk guides repeated cycles</a:t>
            </a:r>
          </a:p>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of development.</a:t>
            </a:r>
          </a:p>
        </p:txBody>
      </p:sp>
      <p:sp>
        <p:nvSpPr>
          <p:cNvPr id="9" name="year-2">
            <a:extLst xmlns:a="http://schemas.openxmlformats.org/drawingml/2006/main">
              <a:ext uri="{FF2B5EF4-FFF2-40B4-BE49-F238E27FC236}">
                <a16:creationId xmlns:a16="http://schemas.microsoft.com/office/drawing/2014/main" id="{D39E4293-A71C-4E99-97C8-F6A54A801604}"/>
              </a:ext>
            </a:extLst>
          </p:cNvPr>
          <p:cNvSpPr>
            <a:spLocks xmlns:a="http://schemas.openxmlformats.org/drawingml/2006/main" noGrp="1"/>
          </p:cNvSpPr>
          <p:nvPr/>
        </p:nvSpPr>
        <p:spPr>
          <a:xfrm xmlns:a="http://schemas.openxmlformats.org/drawingml/2006/main">
            <a:off x="6305550" y="195262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3D7D0"/>
                </a:solidFill>
                <a:latin typeface="DejaVu Sans"/>
                <a:ea typeface="DejaVu Sans"/>
                <a:cs typeface="DejaVu Sans"/>
              </a:defRPr>
            </a:defPPr>
            <a:lvl1pPr algn="l">
              <a:defRPr sz="3600" b="1">
                <a:solidFill>
                  <a:srgbClr val="73D7D0"/>
                </a:solidFill>
                <a:latin typeface="DejaVu Sans"/>
                <a:ea typeface="DejaVu Sans"/>
                <a:cs typeface="DejaVu Sans"/>
              </a:defRPr>
            </a:lvl1pPr>
            <a:lvl2pPr algn="l">
              <a:defRPr sz="3600" b="1">
                <a:solidFill>
                  <a:srgbClr val="73D7D0"/>
                </a:solidFill>
                <a:latin typeface="DejaVu Sans"/>
                <a:ea typeface="DejaVu Sans"/>
                <a:cs typeface="DejaVu Sans"/>
              </a:defRPr>
            </a:lvl2pPr>
            <a:lvl3pPr algn="l">
              <a:defRPr sz="3600" b="1">
                <a:solidFill>
                  <a:srgbClr val="73D7D0"/>
                </a:solidFill>
                <a:latin typeface="DejaVu Sans"/>
                <a:ea typeface="DejaVu Sans"/>
                <a:cs typeface="DejaVu Sans"/>
              </a:defRPr>
            </a:lvl3pPr>
            <a:lvl4pPr algn="l">
              <a:defRPr sz="3600" b="1">
                <a:solidFill>
                  <a:srgbClr val="73D7D0"/>
                </a:solidFill>
                <a:latin typeface="DejaVu Sans"/>
                <a:ea typeface="DejaVu Sans"/>
                <a:cs typeface="DejaVu Sans"/>
              </a:defRPr>
            </a:lvl4pPr>
            <a:lvl5pPr algn="l">
              <a:defRPr sz="3600" b="1">
                <a:solidFill>
                  <a:srgbClr val="73D7D0"/>
                </a:solidFill>
                <a:latin typeface="DejaVu Sans"/>
                <a:ea typeface="DejaVu Sans"/>
                <a:cs typeface="DejaVu Sans"/>
              </a:defRPr>
            </a:lvl5pPr>
            <a:lvl6pPr algn="l">
              <a:defRPr sz="3600" b="1">
                <a:solidFill>
                  <a:srgbClr val="73D7D0"/>
                </a:solidFill>
                <a:latin typeface="DejaVu Sans"/>
                <a:ea typeface="DejaVu Sans"/>
                <a:cs typeface="DejaVu Sans"/>
              </a:defRPr>
            </a:lvl6pPr>
            <a:lvl7pPr algn="l">
              <a:defRPr sz="3600" b="1">
                <a:solidFill>
                  <a:srgbClr val="73D7D0"/>
                </a:solidFill>
                <a:latin typeface="DejaVu Sans"/>
                <a:ea typeface="DejaVu Sans"/>
                <a:cs typeface="DejaVu Sans"/>
              </a:defRPr>
            </a:lvl7pPr>
            <a:lvl8pPr algn="l">
              <a:defRPr sz="3600" b="1">
                <a:solidFill>
                  <a:srgbClr val="73D7D0"/>
                </a:solidFill>
                <a:latin typeface="DejaVu Sans"/>
                <a:ea typeface="DejaVu Sans"/>
                <a:cs typeface="DejaVu Sans"/>
              </a:defRPr>
            </a:lvl8pPr>
            <a:lvl9pPr algn="l">
              <a:defRPr sz="3600" b="1">
                <a:solidFill>
                  <a:srgbClr val="73D7D0"/>
                </a:solidFill>
                <a:latin typeface="DejaVu Sans"/>
                <a:ea typeface="DejaVu Sans"/>
                <a:cs typeface="DejaVu Sans"/>
              </a:defRPr>
            </a:lvl9pPr>
          </a:lstStyle>
          <a:p xmlns:a="http://schemas.openxmlformats.org/drawingml/2006/main">
            <a:pPr algn="l">
              <a:defRPr sz="3600" b="1">
                <a:solidFill>
                  <a:srgbClr val="73D7D0"/>
                </a:solidFill>
                <a:latin typeface="DejaVu Sans"/>
                <a:ea typeface="DejaVu Sans"/>
                <a:cs typeface="DejaVu Sans"/>
              </a:defRPr>
            </a:pPr>
            <a:r>
              <a:rPr sz="3600" b="1">
                <a:solidFill>
                  <a:srgbClr val="73D7D0"/>
                </a:solidFill>
                <a:latin typeface="DejaVu Sans"/>
                <a:ea typeface="DejaVu Sans"/>
                <a:cs typeface="DejaVu Sans"/>
              </a:rPr>
              <a:t>2001</a:t>
            </a:r>
          </a:p>
        </p:txBody>
      </p:sp>
      <p:sp>
        <p:nvSpPr>
          <p:cNvPr id="10" name="event-2">
            <a:extLst xmlns:a="http://schemas.openxmlformats.org/drawingml/2006/main">
              <a:ext uri="{FF2B5EF4-FFF2-40B4-BE49-F238E27FC236}">
                <a16:creationId xmlns:a16="http://schemas.microsoft.com/office/drawing/2014/main" id="{9CD763E0-DE83-43F4-9D7B-8012FDB649A3}"/>
              </a:ext>
            </a:extLst>
          </p:cNvPr>
          <p:cNvSpPr>
            <a:spLocks xmlns:a="http://schemas.openxmlformats.org/drawingml/2006/main" noGrp="1"/>
          </p:cNvSpPr>
          <p:nvPr/>
        </p:nvSpPr>
        <p:spPr>
          <a:xfrm xmlns:a="http://schemas.openxmlformats.org/drawingml/2006/main">
            <a:off x="6305550" y="28765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DejaVu Sans"/>
                <a:ea typeface="DejaVu Sans"/>
                <a:cs typeface="DejaVu Sans"/>
              </a:defRPr>
            </a:defPPr>
            <a:lvl1pPr algn="l">
              <a:defRPr sz="2025" b="1">
                <a:solidFill>
                  <a:srgbClr val="FFFFFF"/>
                </a:solidFill>
                <a:latin typeface="DejaVu Sans"/>
                <a:ea typeface="DejaVu Sans"/>
                <a:cs typeface="DejaVu Sans"/>
              </a:defRPr>
            </a:lvl1pPr>
            <a:lvl2pPr algn="l">
              <a:defRPr sz="2025" b="1">
                <a:solidFill>
                  <a:srgbClr val="FFFFFF"/>
                </a:solidFill>
                <a:latin typeface="DejaVu Sans"/>
                <a:ea typeface="DejaVu Sans"/>
                <a:cs typeface="DejaVu Sans"/>
              </a:defRPr>
            </a:lvl2pPr>
            <a:lvl3pPr algn="l">
              <a:defRPr sz="2025" b="1">
                <a:solidFill>
                  <a:srgbClr val="FFFFFF"/>
                </a:solidFill>
                <a:latin typeface="DejaVu Sans"/>
                <a:ea typeface="DejaVu Sans"/>
                <a:cs typeface="DejaVu Sans"/>
              </a:defRPr>
            </a:lvl3pPr>
            <a:lvl4pPr algn="l">
              <a:defRPr sz="2025" b="1">
                <a:solidFill>
                  <a:srgbClr val="FFFFFF"/>
                </a:solidFill>
                <a:latin typeface="DejaVu Sans"/>
                <a:ea typeface="DejaVu Sans"/>
                <a:cs typeface="DejaVu Sans"/>
              </a:defRPr>
            </a:lvl4pPr>
            <a:lvl5pPr algn="l">
              <a:defRPr sz="2025" b="1">
                <a:solidFill>
                  <a:srgbClr val="FFFFFF"/>
                </a:solidFill>
                <a:latin typeface="DejaVu Sans"/>
                <a:ea typeface="DejaVu Sans"/>
                <a:cs typeface="DejaVu Sans"/>
              </a:defRPr>
            </a:lvl5pPr>
            <a:lvl6pPr algn="l">
              <a:defRPr sz="2025" b="1">
                <a:solidFill>
                  <a:srgbClr val="FFFFFF"/>
                </a:solidFill>
                <a:latin typeface="DejaVu Sans"/>
                <a:ea typeface="DejaVu Sans"/>
                <a:cs typeface="DejaVu Sans"/>
              </a:defRPr>
            </a:lvl6pPr>
            <a:lvl7pPr algn="l">
              <a:defRPr sz="2025" b="1">
                <a:solidFill>
                  <a:srgbClr val="FFFFFF"/>
                </a:solidFill>
                <a:latin typeface="DejaVu Sans"/>
                <a:ea typeface="DejaVu Sans"/>
                <a:cs typeface="DejaVu Sans"/>
              </a:defRPr>
            </a:lvl7pPr>
            <a:lvl8pPr algn="l">
              <a:defRPr sz="2025" b="1">
                <a:solidFill>
                  <a:srgbClr val="FFFFFF"/>
                </a:solidFill>
                <a:latin typeface="DejaVu Sans"/>
                <a:ea typeface="DejaVu Sans"/>
                <a:cs typeface="DejaVu Sans"/>
              </a:defRPr>
            </a:lvl8pPr>
            <a:lvl9pPr algn="l">
              <a:defRPr sz="2025" b="1">
                <a:solidFill>
                  <a:srgbClr val="FFFFFF"/>
                </a:solidFill>
                <a:latin typeface="DejaVu Sans"/>
                <a:ea typeface="DejaVu Sans"/>
                <a:cs typeface="DejaVu Sans"/>
              </a:defRPr>
            </a:lvl9pPr>
          </a:lstStyle>
          <a:p xmlns:a="http://schemas.openxmlformats.org/drawingml/2006/main">
            <a:pPr algn="l">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Agile Manifesto</a:t>
            </a:r>
          </a:p>
        </p:txBody>
      </p:sp>
      <p:sp>
        <p:nvSpPr>
          <p:cNvPr id="11" name="detail-2">
            <a:extLst xmlns:a="http://schemas.openxmlformats.org/drawingml/2006/main">
              <a:ext uri="{FF2B5EF4-FFF2-40B4-BE49-F238E27FC236}">
                <a16:creationId xmlns:a16="http://schemas.microsoft.com/office/drawing/2014/main" id="{44771B59-C827-4281-BAE0-3606DEDB5CD0}"/>
              </a:ext>
            </a:extLst>
          </p:cNvPr>
          <p:cNvSpPr>
            <a:spLocks xmlns:a="http://schemas.openxmlformats.org/drawingml/2006/main" noGrp="1"/>
          </p:cNvSpPr>
          <p:nvPr/>
        </p:nvSpPr>
        <p:spPr>
          <a:xfrm xmlns:a="http://schemas.openxmlformats.org/drawingml/2006/main">
            <a:off x="6305550" y="3714750"/>
            <a:ext cx="2571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AB8C0"/>
                </a:solidFill>
                <a:latin typeface="DejaVu Sans"/>
                <a:ea typeface="DejaVu Sans"/>
                <a:cs typeface="DejaVu Sans"/>
              </a:defRPr>
            </a:defPPr>
            <a:lvl1pPr algn="l">
              <a:defRPr sz="1875" b="0">
                <a:solidFill>
                  <a:srgbClr val="AAB8C0"/>
                </a:solidFill>
                <a:latin typeface="DejaVu Sans"/>
                <a:ea typeface="DejaVu Sans"/>
                <a:cs typeface="DejaVu Sans"/>
              </a:defRPr>
            </a:lvl1pPr>
            <a:lvl2pPr algn="l">
              <a:defRPr sz="1875" b="0">
                <a:solidFill>
                  <a:srgbClr val="AAB8C0"/>
                </a:solidFill>
                <a:latin typeface="DejaVu Sans"/>
                <a:ea typeface="DejaVu Sans"/>
                <a:cs typeface="DejaVu Sans"/>
              </a:defRPr>
            </a:lvl2pPr>
            <a:lvl3pPr algn="l">
              <a:defRPr sz="1875" b="0">
                <a:solidFill>
                  <a:srgbClr val="AAB8C0"/>
                </a:solidFill>
                <a:latin typeface="DejaVu Sans"/>
                <a:ea typeface="DejaVu Sans"/>
                <a:cs typeface="DejaVu Sans"/>
              </a:defRPr>
            </a:lvl3pPr>
            <a:lvl4pPr algn="l">
              <a:defRPr sz="1875" b="0">
                <a:solidFill>
                  <a:srgbClr val="AAB8C0"/>
                </a:solidFill>
                <a:latin typeface="DejaVu Sans"/>
                <a:ea typeface="DejaVu Sans"/>
                <a:cs typeface="DejaVu Sans"/>
              </a:defRPr>
            </a:lvl4pPr>
            <a:lvl5pPr algn="l">
              <a:defRPr sz="1875" b="0">
                <a:solidFill>
                  <a:srgbClr val="AAB8C0"/>
                </a:solidFill>
                <a:latin typeface="DejaVu Sans"/>
                <a:ea typeface="DejaVu Sans"/>
                <a:cs typeface="DejaVu Sans"/>
              </a:defRPr>
            </a:lvl5pPr>
            <a:lvl6pPr algn="l">
              <a:defRPr sz="1875" b="0">
                <a:solidFill>
                  <a:srgbClr val="AAB8C0"/>
                </a:solidFill>
                <a:latin typeface="DejaVu Sans"/>
                <a:ea typeface="DejaVu Sans"/>
                <a:cs typeface="DejaVu Sans"/>
              </a:defRPr>
            </a:lvl6pPr>
            <a:lvl7pPr algn="l">
              <a:defRPr sz="1875" b="0">
                <a:solidFill>
                  <a:srgbClr val="AAB8C0"/>
                </a:solidFill>
                <a:latin typeface="DejaVu Sans"/>
                <a:ea typeface="DejaVu Sans"/>
                <a:cs typeface="DejaVu Sans"/>
              </a:defRPr>
            </a:lvl7pPr>
            <a:lvl8pPr algn="l">
              <a:defRPr sz="1875" b="0">
                <a:solidFill>
                  <a:srgbClr val="AAB8C0"/>
                </a:solidFill>
                <a:latin typeface="DejaVu Sans"/>
                <a:ea typeface="DejaVu Sans"/>
                <a:cs typeface="DejaVu Sans"/>
              </a:defRPr>
            </a:lvl8pPr>
            <a:lvl9pPr algn="l">
              <a:defRPr sz="1875" b="0">
                <a:solidFill>
                  <a:srgbClr val="AAB8C0"/>
                </a:solidFill>
                <a:latin typeface="DejaVu Sans"/>
                <a:ea typeface="DejaVu Sans"/>
                <a:cs typeface="DejaVu Sans"/>
              </a:defRPr>
            </a:lvl9pPr>
          </a:lstStyle>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Working software and response</a:t>
            </a:r>
          </a:p>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to change guide delivery.</a:t>
            </a:r>
          </a:p>
        </p:txBody>
      </p:sp>
      <p:sp>
        <p:nvSpPr>
          <p:cNvPr id="12" name="year-3">
            <a:extLst xmlns:a="http://schemas.openxmlformats.org/drawingml/2006/main">
              <a:ext uri="{FF2B5EF4-FFF2-40B4-BE49-F238E27FC236}">
                <a16:creationId xmlns:a16="http://schemas.microsoft.com/office/drawing/2014/main" id="{547E42ED-3A89-497F-AC3E-04609363F280}"/>
              </a:ext>
            </a:extLst>
          </p:cNvPr>
          <p:cNvSpPr>
            <a:spLocks xmlns:a="http://schemas.openxmlformats.org/drawingml/2006/main" noGrp="1"/>
          </p:cNvSpPr>
          <p:nvPr/>
        </p:nvSpPr>
        <p:spPr>
          <a:xfrm xmlns:a="http://schemas.openxmlformats.org/drawingml/2006/main">
            <a:off x="9153525" y="195262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3D7D0"/>
                </a:solidFill>
                <a:latin typeface="DejaVu Sans"/>
                <a:ea typeface="DejaVu Sans"/>
                <a:cs typeface="DejaVu Sans"/>
              </a:defRPr>
            </a:defPPr>
            <a:lvl1pPr algn="l">
              <a:defRPr sz="3600" b="1">
                <a:solidFill>
                  <a:srgbClr val="73D7D0"/>
                </a:solidFill>
                <a:latin typeface="DejaVu Sans"/>
                <a:ea typeface="DejaVu Sans"/>
                <a:cs typeface="DejaVu Sans"/>
              </a:defRPr>
            </a:lvl1pPr>
            <a:lvl2pPr algn="l">
              <a:defRPr sz="3600" b="1">
                <a:solidFill>
                  <a:srgbClr val="73D7D0"/>
                </a:solidFill>
                <a:latin typeface="DejaVu Sans"/>
                <a:ea typeface="DejaVu Sans"/>
                <a:cs typeface="DejaVu Sans"/>
              </a:defRPr>
            </a:lvl2pPr>
            <a:lvl3pPr algn="l">
              <a:defRPr sz="3600" b="1">
                <a:solidFill>
                  <a:srgbClr val="73D7D0"/>
                </a:solidFill>
                <a:latin typeface="DejaVu Sans"/>
                <a:ea typeface="DejaVu Sans"/>
                <a:cs typeface="DejaVu Sans"/>
              </a:defRPr>
            </a:lvl3pPr>
            <a:lvl4pPr algn="l">
              <a:defRPr sz="3600" b="1">
                <a:solidFill>
                  <a:srgbClr val="73D7D0"/>
                </a:solidFill>
                <a:latin typeface="DejaVu Sans"/>
                <a:ea typeface="DejaVu Sans"/>
                <a:cs typeface="DejaVu Sans"/>
              </a:defRPr>
            </a:lvl4pPr>
            <a:lvl5pPr algn="l">
              <a:defRPr sz="3600" b="1">
                <a:solidFill>
                  <a:srgbClr val="73D7D0"/>
                </a:solidFill>
                <a:latin typeface="DejaVu Sans"/>
                <a:ea typeface="DejaVu Sans"/>
                <a:cs typeface="DejaVu Sans"/>
              </a:defRPr>
            </a:lvl5pPr>
            <a:lvl6pPr algn="l">
              <a:defRPr sz="3600" b="1">
                <a:solidFill>
                  <a:srgbClr val="73D7D0"/>
                </a:solidFill>
                <a:latin typeface="DejaVu Sans"/>
                <a:ea typeface="DejaVu Sans"/>
                <a:cs typeface="DejaVu Sans"/>
              </a:defRPr>
            </a:lvl6pPr>
            <a:lvl7pPr algn="l">
              <a:defRPr sz="3600" b="1">
                <a:solidFill>
                  <a:srgbClr val="73D7D0"/>
                </a:solidFill>
                <a:latin typeface="DejaVu Sans"/>
                <a:ea typeface="DejaVu Sans"/>
                <a:cs typeface="DejaVu Sans"/>
              </a:defRPr>
            </a:lvl7pPr>
            <a:lvl8pPr algn="l">
              <a:defRPr sz="3600" b="1">
                <a:solidFill>
                  <a:srgbClr val="73D7D0"/>
                </a:solidFill>
                <a:latin typeface="DejaVu Sans"/>
                <a:ea typeface="DejaVu Sans"/>
                <a:cs typeface="DejaVu Sans"/>
              </a:defRPr>
            </a:lvl8pPr>
            <a:lvl9pPr algn="l">
              <a:defRPr sz="3600" b="1">
                <a:solidFill>
                  <a:srgbClr val="73D7D0"/>
                </a:solidFill>
                <a:latin typeface="DejaVu Sans"/>
                <a:ea typeface="DejaVu Sans"/>
                <a:cs typeface="DejaVu Sans"/>
              </a:defRPr>
            </a:lvl9pPr>
          </a:lstStyle>
          <a:p xmlns:a="http://schemas.openxmlformats.org/drawingml/2006/main">
            <a:pPr algn="l">
              <a:defRPr sz="3600" b="1">
                <a:solidFill>
                  <a:srgbClr val="73D7D0"/>
                </a:solidFill>
                <a:latin typeface="DejaVu Sans"/>
                <a:ea typeface="DejaVu Sans"/>
                <a:cs typeface="DejaVu Sans"/>
              </a:defRPr>
            </a:pPr>
            <a:r>
              <a:rPr sz="3600" b="1">
                <a:solidFill>
                  <a:srgbClr val="73D7D0"/>
                </a:solidFill>
                <a:latin typeface="DejaVu Sans"/>
                <a:ea typeface="DejaVu Sans"/>
                <a:cs typeface="DejaVu Sans"/>
              </a:rPr>
              <a:t>2010</a:t>
            </a:r>
          </a:p>
        </p:txBody>
      </p:sp>
      <p:sp>
        <p:nvSpPr>
          <p:cNvPr id="13" name="event-3">
            <a:extLst xmlns:a="http://schemas.openxmlformats.org/drawingml/2006/main">
              <a:ext uri="{FF2B5EF4-FFF2-40B4-BE49-F238E27FC236}">
                <a16:creationId xmlns:a16="http://schemas.microsoft.com/office/drawing/2014/main" id="{0D6F7FC6-F253-4908-A944-62D808A69E8E}"/>
              </a:ext>
            </a:extLst>
          </p:cNvPr>
          <p:cNvSpPr>
            <a:spLocks xmlns:a="http://schemas.openxmlformats.org/drawingml/2006/main" noGrp="1"/>
          </p:cNvSpPr>
          <p:nvPr/>
        </p:nvSpPr>
        <p:spPr>
          <a:xfrm xmlns:a="http://schemas.openxmlformats.org/drawingml/2006/main">
            <a:off x="9153525" y="28765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DejaVu Sans"/>
                <a:ea typeface="DejaVu Sans"/>
                <a:cs typeface="DejaVu Sans"/>
              </a:defRPr>
            </a:defPPr>
            <a:lvl1pPr algn="l">
              <a:defRPr sz="2025" b="1">
                <a:solidFill>
                  <a:srgbClr val="FFFFFF"/>
                </a:solidFill>
                <a:latin typeface="DejaVu Sans"/>
                <a:ea typeface="DejaVu Sans"/>
                <a:cs typeface="DejaVu Sans"/>
              </a:defRPr>
            </a:lvl1pPr>
            <a:lvl2pPr algn="l">
              <a:defRPr sz="2025" b="1">
                <a:solidFill>
                  <a:srgbClr val="FFFFFF"/>
                </a:solidFill>
                <a:latin typeface="DejaVu Sans"/>
                <a:ea typeface="DejaVu Sans"/>
                <a:cs typeface="DejaVu Sans"/>
              </a:defRPr>
            </a:lvl2pPr>
            <a:lvl3pPr algn="l">
              <a:defRPr sz="2025" b="1">
                <a:solidFill>
                  <a:srgbClr val="FFFFFF"/>
                </a:solidFill>
                <a:latin typeface="DejaVu Sans"/>
                <a:ea typeface="DejaVu Sans"/>
                <a:cs typeface="DejaVu Sans"/>
              </a:defRPr>
            </a:lvl3pPr>
            <a:lvl4pPr algn="l">
              <a:defRPr sz="2025" b="1">
                <a:solidFill>
                  <a:srgbClr val="FFFFFF"/>
                </a:solidFill>
                <a:latin typeface="DejaVu Sans"/>
                <a:ea typeface="DejaVu Sans"/>
                <a:cs typeface="DejaVu Sans"/>
              </a:defRPr>
            </a:lvl4pPr>
            <a:lvl5pPr algn="l">
              <a:defRPr sz="2025" b="1">
                <a:solidFill>
                  <a:srgbClr val="FFFFFF"/>
                </a:solidFill>
                <a:latin typeface="DejaVu Sans"/>
                <a:ea typeface="DejaVu Sans"/>
                <a:cs typeface="DejaVu Sans"/>
              </a:defRPr>
            </a:lvl5pPr>
            <a:lvl6pPr algn="l">
              <a:defRPr sz="2025" b="1">
                <a:solidFill>
                  <a:srgbClr val="FFFFFF"/>
                </a:solidFill>
                <a:latin typeface="DejaVu Sans"/>
                <a:ea typeface="DejaVu Sans"/>
                <a:cs typeface="DejaVu Sans"/>
              </a:defRPr>
            </a:lvl6pPr>
            <a:lvl7pPr algn="l">
              <a:defRPr sz="2025" b="1">
                <a:solidFill>
                  <a:srgbClr val="FFFFFF"/>
                </a:solidFill>
                <a:latin typeface="DejaVu Sans"/>
                <a:ea typeface="DejaVu Sans"/>
                <a:cs typeface="DejaVu Sans"/>
              </a:defRPr>
            </a:lvl7pPr>
            <a:lvl8pPr algn="l">
              <a:defRPr sz="2025" b="1">
                <a:solidFill>
                  <a:srgbClr val="FFFFFF"/>
                </a:solidFill>
                <a:latin typeface="DejaVu Sans"/>
                <a:ea typeface="DejaVu Sans"/>
                <a:cs typeface="DejaVu Sans"/>
              </a:defRPr>
            </a:lvl8pPr>
            <a:lvl9pPr algn="l">
              <a:defRPr sz="2025" b="1">
                <a:solidFill>
                  <a:srgbClr val="FFFFFF"/>
                </a:solidFill>
                <a:latin typeface="DejaVu Sans"/>
                <a:ea typeface="DejaVu Sans"/>
                <a:cs typeface="DejaVu Sans"/>
              </a:defRPr>
            </a:lvl9pPr>
          </a:lstStyle>
          <a:p xmlns:a="http://schemas.openxmlformats.org/drawingml/2006/main">
            <a:pPr algn="l">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Continuous delivery</a:t>
            </a:r>
          </a:p>
        </p:txBody>
      </p:sp>
      <p:sp>
        <p:nvSpPr>
          <p:cNvPr id="14" name="detail-3">
            <a:extLst xmlns:a="http://schemas.openxmlformats.org/drawingml/2006/main">
              <a:ext uri="{FF2B5EF4-FFF2-40B4-BE49-F238E27FC236}">
                <a16:creationId xmlns:a16="http://schemas.microsoft.com/office/drawing/2014/main" id="{65724DAC-85B4-489E-8691-026259B5F404}"/>
              </a:ext>
            </a:extLst>
          </p:cNvPr>
          <p:cNvSpPr>
            <a:spLocks xmlns:a="http://schemas.openxmlformats.org/drawingml/2006/main" noGrp="1"/>
          </p:cNvSpPr>
          <p:nvPr/>
        </p:nvSpPr>
        <p:spPr>
          <a:xfrm xmlns:a="http://schemas.openxmlformats.org/drawingml/2006/main">
            <a:off x="9153525" y="3714750"/>
            <a:ext cx="2571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AB8C0"/>
                </a:solidFill>
                <a:latin typeface="DejaVu Sans"/>
                <a:ea typeface="DejaVu Sans"/>
                <a:cs typeface="DejaVu Sans"/>
              </a:defRPr>
            </a:defPPr>
            <a:lvl1pPr algn="l">
              <a:defRPr sz="1875" b="0">
                <a:solidFill>
                  <a:srgbClr val="AAB8C0"/>
                </a:solidFill>
                <a:latin typeface="DejaVu Sans"/>
                <a:ea typeface="DejaVu Sans"/>
                <a:cs typeface="DejaVu Sans"/>
              </a:defRPr>
            </a:lvl1pPr>
            <a:lvl2pPr algn="l">
              <a:defRPr sz="1875" b="0">
                <a:solidFill>
                  <a:srgbClr val="AAB8C0"/>
                </a:solidFill>
                <a:latin typeface="DejaVu Sans"/>
                <a:ea typeface="DejaVu Sans"/>
                <a:cs typeface="DejaVu Sans"/>
              </a:defRPr>
            </a:lvl2pPr>
            <a:lvl3pPr algn="l">
              <a:defRPr sz="1875" b="0">
                <a:solidFill>
                  <a:srgbClr val="AAB8C0"/>
                </a:solidFill>
                <a:latin typeface="DejaVu Sans"/>
                <a:ea typeface="DejaVu Sans"/>
                <a:cs typeface="DejaVu Sans"/>
              </a:defRPr>
            </a:lvl3pPr>
            <a:lvl4pPr algn="l">
              <a:defRPr sz="1875" b="0">
                <a:solidFill>
                  <a:srgbClr val="AAB8C0"/>
                </a:solidFill>
                <a:latin typeface="DejaVu Sans"/>
                <a:ea typeface="DejaVu Sans"/>
                <a:cs typeface="DejaVu Sans"/>
              </a:defRPr>
            </a:lvl4pPr>
            <a:lvl5pPr algn="l">
              <a:defRPr sz="1875" b="0">
                <a:solidFill>
                  <a:srgbClr val="AAB8C0"/>
                </a:solidFill>
                <a:latin typeface="DejaVu Sans"/>
                <a:ea typeface="DejaVu Sans"/>
                <a:cs typeface="DejaVu Sans"/>
              </a:defRPr>
            </a:lvl5pPr>
            <a:lvl6pPr algn="l">
              <a:defRPr sz="1875" b="0">
                <a:solidFill>
                  <a:srgbClr val="AAB8C0"/>
                </a:solidFill>
                <a:latin typeface="DejaVu Sans"/>
                <a:ea typeface="DejaVu Sans"/>
                <a:cs typeface="DejaVu Sans"/>
              </a:defRPr>
            </a:lvl6pPr>
            <a:lvl7pPr algn="l">
              <a:defRPr sz="1875" b="0">
                <a:solidFill>
                  <a:srgbClr val="AAB8C0"/>
                </a:solidFill>
                <a:latin typeface="DejaVu Sans"/>
                <a:ea typeface="DejaVu Sans"/>
                <a:cs typeface="DejaVu Sans"/>
              </a:defRPr>
            </a:lvl7pPr>
            <a:lvl8pPr algn="l">
              <a:defRPr sz="1875" b="0">
                <a:solidFill>
                  <a:srgbClr val="AAB8C0"/>
                </a:solidFill>
                <a:latin typeface="DejaVu Sans"/>
                <a:ea typeface="DejaVu Sans"/>
                <a:cs typeface="DejaVu Sans"/>
              </a:defRPr>
            </a:lvl8pPr>
            <a:lvl9pPr algn="l">
              <a:defRPr sz="1875" b="0">
                <a:solidFill>
                  <a:srgbClr val="AAB8C0"/>
                </a:solidFill>
                <a:latin typeface="DejaVu Sans"/>
                <a:ea typeface="DejaVu Sans"/>
                <a:cs typeface="DejaVu Sans"/>
              </a:defRPr>
            </a:lvl9pPr>
          </a:lstStyle>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Automation supports frequent</a:t>
            </a:r>
          </a:p>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release of deployable software.</a:t>
            </a:r>
          </a:p>
        </p:txBody>
      </p:sp>
      <p:sp>
        <p:nvSpPr>
          <p:cNvPr id="15" name="qualification">
            <a:extLst xmlns:a="http://schemas.openxmlformats.org/drawingml/2006/main">
              <a:ext uri="{FF2B5EF4-FFF2-40B4-BE49-F238E27FC236}">
                <a16:creationId xmlns:a16="http://schemas.microsoft.com/office/drawing/2014/main" id="{3BDDA1D6-F90B-4E29-91AE-95B2357BDCDC}"/>
              </a:ext>
            </a:extLst>
          </p:cNvPr>
          <p:cNvSpPr>
            <a:spLocks xmlns:a="http://schemas.openxmlformats.org/drawingml/2006/main" noGrp="1"/>
          </p:cNvSpPr>
          <p:nvPr/>
        </p:nvSpPr>
        <p:spPr>
          <a:xfrm xmlns:a="http://schemas.openxmlformats.org/drawingml/2006/main">
            <a:off x="609600" y="58197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The proposed change concerns how teams select work and justify decisions.</a:t>
            </a:r>
          </a:p>
        </p:txBody>
      </p:sp>
    </p:spTree>
    <p:extLst>
      <p:ext uri="{BB962C8B-B14F-4D97-AF65-F5344CB8AC3E}">
        <p14:creationId xmlns:p14="http://schemas.microsoft.com/office/powerpoint/2010/main" val="1667552308"/>
      </p:ext>
    </p:extLst>
  </p:cSld>
</p:sld>
</file>

<file path=ppt/slides/slide4.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D2543D2-2CB8-4754-9AFC-DC44687C370F}"/>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Evidence-based engineering</a:t>
            </a:r>
          </a:p>
        </p:txBody>
      </p:sp>
      <p:sp>
        <p:nvSpPr>
          <p:cNvPr id="3" name="definition">
            <a:extLst xmlns:a="http://schemas.openxmlformats.org/drawingml/2006/main">
              <a:ext uri="{FF2B5EF4-FFF2-40B4-BE49-F238E27FC236}">
                <a16:creationId xmlns:a16="http://schemas.microsoft.com/office/drawing/2014/main" id="{7089C1F8-D382-4773-BBFD-DD049715B452}"/>
              </a:ext>
            </a:extLst>
          </p:cNvPr>
          <p:cNvSpPr>
            <a:spLocks xmlns:a="http://schemas.openxmlformats.org/drawingml/2006/main" noGrp="1"/>
          </p:cNvSpPr>
          <p:nvPr/>
        </p:nvSpPr>
        <p:spPr>
          <a:xfrm xmlns:a="http://schemas.openxmlformats.org/drawingml/2006/main">
            <a:off x="609600" y="1714500"/>
            <a:ext cx="1090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FFFFFF"/>
                </a:solidFill>
                <a:latin typeface="DejaVu Sans"/>
                <a:ea typeface="DejaVu Sans"/>
                <a:cs typeface="DejaVu Sans"/>
              </a:defRPr>
            </a:defPPr>
            <a:lvl1pPr algn="l">
              <a:defRPr sz="3675" b="1">
                <a:solidFill>
                  <a:srgbClr val="FFFFFF"/>
                </a:solidFill>
                <a:latin typeface="DejaVu Sans"/>
                <a:ea typeface="DejaVu Sans"/>
                <a:cs typeface="DejaVu Sans"/>
              </a:defRPr>
            </a:lvl1pPr>
            <a:lvl2pPr algn="l">
              <a:defRPr sz="3675" b="1">
                <a:solidFill>
                  <a:srgbClr val="FFFFFF"/>
                </a:solidFill>
                <a:latin typeface="DejaVu Sans"/>
                <a:ea typeface="DejaVu Sans"/>
                <a:cs typeface="DejaVu Sans"/>
              </a:defRPr>
            </a:lvl2pPr>
            <a:lvl3pPr algn="l">
              <a:defRPr sz="3675" b="1">
                <a:solidFill>
                  <a:srgbClr val="FFFFFF"/>
                </a:solidFill>
                <a:latin typeface="DejaVu Sans"/>
                <a:ea typeface="DejaVu Sans"/>
                <a:cs typeface="DejaVu Sans"/>
              </a:defRPr>
            </a:lvl3pPr>
            <a:lvl4pPr algn="l">
              <a:defRPr sz="3675" b="1">
                <a:solidFill>
                  <a:srgbClr val="FFFFFF"/>
                </a:solidFill>
                <a:latin typeface="DejaVu Sans"/>
                <a:ea typeface="DejaVu Sans"/>
                <a:cs typeface="DejaVu Sans"/>
              </a:defRPr>
            </a:lvl4pPr>
            <a:lvl5pPr algn="l">
              <a:defRPr sz="3675" b="1">
                <a:solidFill>
                  <a:srgbClr val="FFFFFF"/>
                </a:solidFill>
                <a:latin typeface="DejaVu Sans"/>
                <a:ea typeface="DejaVu Sans"/>
                <a:cs typeface="DejaVu Sans"/>
              </a:defRPr>
            </a:lvl5pPr>
            <a:lvl6pPr algn="l">
              <a:defRPr sz="3675" b="1">
                <a:solidFill>
                  <a:srgbClr val="FFFFFF"/>
                </a:solidFill>
                <a:latin typeface="DejaVu Sans"/>
                <a:ea typeface="DejaVu Sans"/>
                <a:cs typeface="DejaVu Sans"/>
              </a:defRPr>
            </a:lvl6pPr>
            <a:lvl7pPr algn="l">
              <a:defRPr sz="3675" b="1">
                <a:solidFill>
                  <a:srgbClr val="FFFFFF"/>
                </a:solidFill>
                <a:latin typeface="DejaVu Sans"/>
                <a:ea typeface="DejaVu Sans"/>
                <a:cs typeface="DejaVu Sans"/>
              </a:defRPr>
            </a:lvl7pPr>
            <a:lvl8pPr algn="l">
              <a:defRPr sz="3675" b="1">
                <a:solidFill>
                  <a:srgbClr val="FFFFFF"/>
                </a:solidFill>
                <a:latin typeface="DejaVu Sans"/>
                <a:ea typeface="DejaVu Sans"/>
                <a:cs typeface="DejaVu Sans"/>
              </a:defRPr>
            </a:lvl8pPr>
            <a:lvl9pPr algn="l">
              <a:defRPr sz="3675" b="1">
                <a:solidFill>
                  <a:srgbClr val="FFFFFF"/>
                </a:solidFill>
                <a:latin typeface="DejaVu Sans"/>
                <a:ea typeface="DejaVu Sans"/>
                <a:cs typeface="DejaVu Sans"/>
              </a:defRPr>
            </a:lvl9pPr>
          </a:lstStyle>
          <a:p xmlns:a="http://schemas.openxmlformats.org/drawingml/2006/main">
            <a:pPr algn="l">
              <a:defRPr sz="3675" b="1">
                <a:solidFill>
                  <a:srgbClr val="FFFFFF"/>
                </a:solidFill>
                <a:latin typeface="DejaVu Sans"/>
                <a:ea typeface="DejaVu Sans"/>
                <a:cs typeface="DejaVu Sans"/>
              </a:defRPr>
            </a:pPr>
            <a:r>
              <a:rPr sz="3675" b="1">
                <a:solidFill>
                  <a:srgbClr val="FFFFFF"/>
                </a:solidFill>
                <a:latin typeface="DejaVu Sans"/>
                <a:ea typeface="DejaVu Sans"/>
                <a:cs typeface="DejaVu Sans"/>
              </a:rPr>
              <a:t>Engineering decisions use the best</a:t>
            </a:r>
          </a:p>
          <a:p xmlns:a="http://schemas.openxmlformats.org/drawingml/2006/main">
            <a:pPr algn="l">
              <a:defRPr sz="3675" b="1">
                <a:solidFill>
                  <a:srgbClr val="FFFFFF"/>
                </a:solidFill>
                <a:latin typeface="DejaVu Sans"/>
                <a:ea typeface="DejaVu Sans"/>
                <a:cs typeface="DejaVu Sans"/>
              </a:defRPr>
            </a:pPr>
            <a:r>
              <a:rPr sz="3675" b="1">
                <a:solidFill>
                  <a:srgbClr val="FFFFFF"/>
                </a:solidFill>
                <a:latin typeface="DejaVu Sans"/>
                <a:ea typeface="DejaVu Sans"/>
                <a:cs typeface="DejaVu Sans"/>
              </a:rPr>
              <a:t>applicable evidence available.</a:t>
            </a:r>
          </a:p>
        </p:txBody>
      </p:sp>
      <p:sp>
        <p:nvSpPr>
          <p:cNvPr id="4" name="research-label">
            <a:extLst xmlns:a="http://schemas.openxmlformats.org/drawingml/2006/main">
              <a:ext uri="{FF2B5EF4-FFF2-40B4-BE49-F238E27FC236}">
                <a16:creationId xmlns:a16="http://schemas.microsoft.com/office/drawing/2014/main" id="{E498DD0E-AA66-4B94-994C-5FD81FC667F4}"/>
              </a:ext>
            </a:extLst>
          </p:cNvPr>
          <p:cNvSpPr>
            <a:spLocks xmlns:a="http://schemas.openxmlformats.org/drawingml/2006/main" noGrp="1"/>
          </p:cNvSpPr>
          <p:nvPr/>
        </p:nvSpPr>
        <p:spPr>
          <a:xfrm xmlns:a="http://schemas.openxmlformats.org/drawingml/2006/main">
            <a:off x="609600" y="36957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Published research</a:t>
            </a:r>
          </a:p>
        </p:txBody>
      </p:sp>
      <p:sp>
        <p:nvSpPr>
          <p:cNvPr id="5" name="research-detail">
            <a:extLst xmlns:a="http://schemas.openxmlformats.org/drawingml/2006/main">
              <a:ext uri="{FF2B5EF4-FFF2-40B4-BE49-F238E27FC236}">
                <a16:creationId xmlns:a16="http://schemas.microsoft.com/office/drawing/2014/main" id="{880ADE02-9C7A-4227-B5C5-CF516CCB72BA}"/>
              </a:ext>
            </a:extLst>
          </p:cNvPr>
          <p:cNvSpPr>
            <a:spLocks xmlns:a="http://schemas.openxmlformats.org/drawingml/2006/main" noGrp="1"/>
          </p:cNvSpPr>
          <p:nvPr/>
        </p:nvSpPr>
        <p:spPr>
          <a:xfrm xmlns:a="http://schemas.openxmlformats.org/drawingml/2006/main">
            <a:off x="609600" y="4257675"/>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What has worked under studied conditions?</a:t>
            </a:r>
          </a:p>
        </p:txBody>
      </p:sp>
      <p:sp>
        <p:nvSpPr>
          <p:cNvPr id="6" name="local-label">
            <a:extLst xmlns:a="http://schemas.openxmlformats.org/drawingml/2006/main">
              <a:ext uri="{FF2B5EF4-FFF2-40B4-BE49-F238E27FC236}">
                <a16:creationId xmlns:a16="http://schemas.microsoft.com/office/drawing/2014/main" id="{00B4FD9E-CD26-44FF-AF99-ECDAC8DAA5BA}"/>
              </a:ext>
            </a:extLst>
          </p:cNvPr>
          <p:cNvSpPr>
            <a:spLocks xmlns:a="http://schemas.openxmlformats.org/drawingml/2006/main" noGrp="1"/>
          </p:cNvSpPr>
          <p:nvPr/>
        </p:nvSpPr>
        <p:spPr>
          <a:xfrm xmlns:a="http://schemas.openxmlformats.org/drawingml/2006/main">
            <a:off x="6477000" y="369570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Evidence from this system</a:t>
            </a:r>
          </a:p>
        </p:txBody>
      </p:sp>
      <p:sp>
        <p:nvSpPr>
          <p:cNvPr id="7" name="local-detail">
            <a:extLst xmlns:a="http://schemas.openxmlformats.org/drawingml/2006/main">
              <a:ext uri="{FF2B5EF4-FFF2-40B4-BE49-F238E27FC236}">
                <a16:creationId xmlns:a16="http://schemas.microsoft.com/office/drawing/2014/main" id="{38D17416-C5F1-471E-8DED-72CA27D1AD19}"/>
              </a:ext>
            </a:extLst>
          </p:cNvPr>
          <p:cNvSpPr>
            <a:spLocks xmlns:a="http://schemas.openxmlformats.org/drawingml/2006/main" noGrp="1"/>
          </p:cNvSpPr>
          <p:nvPr/>
        </p:nvSpPr>
        <p:spPr>
          <a:xfrm xmlns:a="http://schemas.openxmlformats.org/drawingml/2006/main">
            <a:off x="6477000" y="4257675"/>
            <a:ext cx="504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What do observations establish here?</a:t>
            </a:r>
          </a:p>
        </p:txBody>
      </p:sp>
      <p:sp>
        <p:nvSpPr>
          <p:cNvPr id="8" name="bridge">
            <a:extLst xmlns:a="http://schemas.openxmlformats.org/drawingml/2006/main">
              <a:ext uri="{FF2B5EF4-FFF2-40B4-BE49-F238E27FC236}">
                <a16:creationId xmlns:a16="http://schemas.microsoft.com/office/drawing/2014/main" id="{79560D4E-6B37-431F-9E93-6C2BAF8E3070}"/>
              </a:ext>
            </a:extLst>
          </p:cNvPr>
          <p:cNvSpPr>
            <a:spLocks xmlns:a="http://schemas.openxmlformats.org/drawingml/2006/main" noGrp="1"/>
          </p:cNvSpPr>
          <p:nvPr/>
        </p:nvSpPr>
        <p:spPr>
          <a:xfrm xmlns:a="http://schemas.openxmlformats.org/drawingml/2006/main">
            <a:off x="609600" y="5838825"/>
            <a:ext cx="109728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DejaVu Sans"/>
                <a:ea typeface="DejaVu Sans"/>
                <a:cs typeface="DejaVu Sans"/>
              </a:defRPr>
            </a:defPPr>
            <a:lvl1pPr algn="l">
              <a:defRPr sz="1950" b="0">
                <a:solidFill>
                  <a:srgbClr val="FFFFFF"/>
                </a:solidFill>
                <a:latin typeface="DejaVu Sans"/>
                <a:ea typeface="DejaVu Sans"/>
                <a:cs typeface="DejaVu Sans"/>
              </a:defRPr>
            </a:lvl1pPr>
            <a:lvl2pPr algn="l">
              <a:defRPr sz="1950" b="0">
                <a:solidFill>
                  <a:srgbClr val="FFFFFF"/>
                </a:solidFill>
                <a:latin typeface="DejaVu Sans"/>
                <a:ea typeface="DejaVu Sans"/>
                <a:cs typeface="DejaVu Sans"/>
              </a:defRPr>
            </a:lvl2pPr>
            <a:lvl3pPr algn="l">
              <a:defRPr sz="1950" b="0">
                <a:solidFill>
                  <a:srgbClr val="FFFFFF"/>
                </a:solidFill>
                <a:latin typeface="DejaVu Sans"/>
                <a:ea typeface="DejaVu Sans"/>
                <a:cs typeface="DejaVu Sans"/>
              </a:defRPr>
            </a:lvl3pPr>
            <a:lvl4pPr algn="l">
              <a:defRPr sz="1950" b="0">
                <a:solidFill>
                  <a:srgbClr val="FFFFFF"/>
                </a:solidFill>
                <a:latin typeface="DejaVu Sans"/>
                <a:ea typeface="DejaVu Sans"/>
                <a:cs typeface="DejaVu Sans"/>
              </a:defRPr>
            </a:lvl4pPr>
            <a:lvl5pPr algn="l">
              <a:defRPr sz="1950" b="0">
                <a:solidFill>
                  <a:srgbClr val="FFFFFF"/>
                </a:solidFill>
                <a:latin typeface="DejaVu Sans"/>
                <a:ea typeface="DejaVu Sans"/>
                <a:cs typeface="DejaVu Sans"/>
              </a:defRPr>
            </a:lvl5pPr>
            <a:lvl6pPr algn="l">
              <a:defRPr sz="1950" b="0">
                <a:solidFill>
                  <a:srgbClr val="FFFFFF"/>
                </a:solidFill>
                <a:latin typeface="DejaVu Sans"/>
                <a:ea typeface="DejaVu Sans"/>
                <a:cs typeface="DejaVu Sans"/>
              </a:defRPr>
            </a:lvl6pPr>
            <a:lvl7pPr algn="l">
              <a:defRPr sz="1950" b="0">
                <a:solidFill>
                  <a:srgbClr val="FFFFFF"/>
                </a:solidFill>
                <a:latin typeface="DejaVu Sans"/>
                <a:ea typeface="DejaVu Sans"/>
                <a:cs typeface="DejaVu Sans"/>
              </a:defRPr>
            </a:lvl7pPr>
            <a:lvl8pPr algn="l">
              <a:defRPr sz="1950" b="0">
                <a:solidFill>
                  <a:srgbClr val="FFFFFF"/>
                </a:solidFill>
                <a:latin typeface="DejaVu Sans"/>
                <a:ea typeface="DejaVu Sans"/>
                <a:cs typeface="DejaVu Sans"/>
              </a:defRPr>
            </a:lvl8pPr>
            <a:lvl9pPr algn="l">
              <a:defRPr sz="1950" b="0">
                <a:solidFill>
                  <a:srgbClr val="FFFFFF"/>
                </a:solidFill>
                <a:latin typeface="DejaVu Sans"/>
                <a:ea typeface="DejaVu Sans"/>
                <a:cs typeface="DejaVu Sans"/>
              </a:defRPr>
            </a:lvl9pPr>
          </a:lstStyle>
          <a:p xmlns:a="http://schemas.openxmlformats.org/drawingml/2006/main">
            <a:pPr algn="l">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Engineers judge relevance against the task and its operating conditions.</a:t>
            </a:r>
          </a:p>
        </p:txBody>
      </p:sp>
    </p:spTree>
    <p:extLst>
      <p:ext uri="{BB962C8B-B14F-4D97-AF65-F5344CB8AC3E}">
        <p14:creationId xmlns:p14="http://schemas.microsoft.com/office/powerpoint/2010/main" val="1526718862"/>
      </p:ext>
    </p:extLst>
  </p:cSld>
</p:sld>
</file>

<file path=ppt/slides/slide5.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562BA337-1808-4970-8E52-DD6018736B16}"/>
              </a:ext>
            </a:extLst>
          </p:cNvPr>
          <p:cNvCxnSpPr>
            <a:stCxn xmlns:a="http://schemas.openxmlformats.org/drawingml/2006/main" id="9" idx="0"/>
            <a:endCxn xmlns:a="http://schemas.openxmlformats.org/drawingml/2006/main" id="7" idx="2"/>
          </p:cNvCxnSpPr>
          <p:nvPr/>
        </p:nvCxnSpPr>
        <p:spPr>
          <a:xfrm xmlns:a="http://schemas.openxmlformats.org/drawingml/2006/main" flipV="1">
            <a:off x="6096000" y="3333750"/>
            <a:ext cx="0" cy="857250"/>
          </a:xfrm>
          <a:prstGeom xmlns:a="http://schemas.openxmlformats.org/drawingml/2006/main" prst="straightConnector1">
            <a:avLst/>
          </a:prstGeom>
          <a:ln xmlns:a="http://schemas.openxmlformats.org/drawingml/2006/main" w="19050">
            <a:solidFill>
              <a:srgbClr val="556873"/>
            </a:solidFill>
            <a:prstDash val="solid"/>
            <a:tailEnd type="triangle" w="med" len="med"/>
          </a:ln>
        </p:spPr>
      </p:cxnSp>
      <p:cxnSp>
        <p:nvCxnSpPr>
          <p:cNvPr id="3" name="">
            <a:extLst xmlns:a="http://schemas.openxmlformats.org/drawingml/2006/main">
              <a:ext uri="{FF2B5EF4-FFF2-40B4-BE49-F238E27FC236}">
                <a16:creationId xmlns:a16="http://schemas.microsoft.com/office/drawing/2014/main" id="{6FD11605-B856-4DFF-B79D-1F57750A6A89}"/>
              </a:ext>
            </a:extLst>
          </p:cNvPr>
          <p:cNvCxnSpPr>
            <a:stCxn xmlns:a="http://schemas.openxmlformats.org/drawingml/2006/main" id="7" idx="3"/>
            <a:endCxn xmlns:a="http://schemas.openxmlformats.org/drawingml/2006/main" id="8" idx="1"/>
          </p:cNvCxnSpPr>
          <p:nvPr/>
        </p:nvCxnSpPr>
        <p:spPr>
          <a:xfrm xmlns:a="http://schemas.openxmlformats.org/drawingml/2006/main">
            <a:off x="7524750" y="2833688"/>
            <a:ext cx="1200150" cy="0"/>
          </a:xfrm>
          <a:prstGeom xmlns:a="http://schemas.openxmlformats.org/drawingml/2006/main" prst="straightConnector1">
            <a:avLst/>
          </a:prstGeom>
          <a:ln xmlns:a="http://schemas.openxmlformats.org/drawingml/2006/main" w="19050">
            <a:solidFill>
              <a:srgbClr val="556873"/>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442340B0-70EE-4BD1-90EE-971C7C07367C}"/>
              </a:ext>
            </a:extLst>
          </p:cNvPr>
          <p:cNvCxnSpPr>
            <a:stCxn xmlns:a="http://schemas.openxmlformats.org/drawingml/2006/main" id="6" idx="3"/>
            <a:endCxn xmlns:a="http://schemas.openxmlformats.org/drawingml/2006/main" id="7" idx="1"/>
          </p:cNvCxnSpPr>
          <p:nvPr/>
        </p:nvCxnSpPr>
        <p:spPr>
          <a:xfrm xmlns:a="http://schemas.openxmlformats.org/drawingml/2006/main">
            <a:off x="3467100" y="2833688"/>
            <a:ext cx="1200150" cy="0"/>
          </a:xfrm>
          <a:prstGeom xmlns:a="http://schemas.openxmlformats.org/drawingml/2006/main" prst="straightConnector1">
            <a:avLst/>
          </a:prstGeom>
          <a:ln xmlns:a="http://schemas.openxmlformats.org/drawingml/2006/main" w="19050">
            <a:solidFill>
              <a:srgbClr val="556873"/>
            </a:solidFill>
            <a:prstDash val="solid"/>
            <a:tailEnd type="triangle" w="med" len="med"/>
          </a:ln>
        </p:spPr>
      </p:cxnSp>
      <p:sp>
        <p:nvSpPr>
          <p:cNvPr id="5" name="title">
            <a:extLst xmlns:a="http://schemas.openxmlformats.org/drawingml/2006/main">
              <a:ext uri="{FF2B5EF4-FFF2-40B4-BE49-F238E27FC236}">
                <a16:creationId xmlns:a16="http://schemas.microsoft.com/office/drawing/2014/main" id="{17C2B32B-FBBA-4533-97AF-E97C61907488}"/>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Toulmin makes the inference explicit</a:t>
            </a:r>
          </a:p>
        </p:txBody>
      </p:sp>
      <p:sp>
        <p:nvSpPr>
          <p:cNvPr id="6" name="grounds">
            <a:extLst xmlns:a="http://schemas.openxmlformats.org/drawingml/2006/main">
              <a:ext uri="{FF2B5EF4-FFF2-40B4-BE49-F238E27FC236}">
                <a16:creationId xmlns:a16="http://schemas.microsoft.com/office/drawing/2014/main" id="{91EB81E9-CEB8-4C80-B486-15D75E838886}"/>
              </a:ext>
            </a:extLst>
          </p:cNvPr>
          <p:cNvSpPr>
            <a:spLocks xmlns:a="http://schemas.openxmlformats.org/drawingml/2006/main" noGrp="1"/>
          </p:cNvSpPr>
          <p:nvPr/>
        </p:nvSpPr>
        <p:spPr>
          <a:xfrm xmlns:a="http://schemas.openxmlformats.org/drawingml/2006/main">
            <a:off x="609600" y="2333625"/>
            <a:ext cx="2857500" cy="1000125"/>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Grounds</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What we observed</a:t>
            </a:r>
          </a:p>
        </p:txBody>
      </p:sp>
      <p:sp>
        <p:nvSpPr>
          <p:cNvPr id="7" name="warrant">
            <a:extLst xmlns:a="http://schemas.openxmlformats.org/drawingml/2006/main">
              <a:ext uri="{FF2B5EF4-FFF2-40B4-BE49-F238E27FC236}">
                <a16:creationId xmlns:a16="http://schemas.microsoft.com/office/drawing/2014/main" id="{CA11352A-4286-40F4-AF98-581640A10A15}"/>
              </a:ext>
            </a:extLst>
          </p:cNvPr>
          <p:cNvSpPr>
            <a:spLocks xmlns:a="http://schemas.openxmlformats.org/drawingml/2006/main" noGrp="1"/>
          </p:cNvSpPr>
          <p:nvPr/>
        </p:nvSpPr>
        <p:spPr>
          <a:xfrm xmlns:a="http://schemas.openxmlformats.org/drawingml/2006/main">
            <a:off x="4667250" y="2333625"/>
            <a:ext cx="2857500" cy="1000125"/>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Warrant</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Why the evidence applies</a:t>
            </a:r>
          </a:p>
        </p:txBody>
      </p:sp>
      <p:sp>
        <p:nvSpPr>
          <p:cNvPr id="8" name="claim">
            <a:extLst xmlns:a="http://schemas.openxmlformats.org/drawingml/2006/main">
              <a:ext uri="{FF2B5EF4-FFF2-40B4-BE49-F238E27FC236}">
                <a16:creationId xmlns:a16="http://schemas.microsoft.com/office/drawing/2014/main" id="{3A662667-1AB4-4BB5-968A-4A1C7E50388B}"/>
              </a:ext>
            </a:extLst>
          </p:cNvPr>
          <p:cNvSpPr>
            <a:spLocks xmlns:a="http://schemas.openxmlformats.org/drawingml/2006/main" noGrp="1"/>
          </p:cNvSpPr>
          <p:nvPr/>
        </p:nvSpPr>
        <p:spPr>
          <a:xfrm xmlns:a="http://schemas.openxmlformats.org/drawingml/2006/main">
            <a:off x="8724900" y="2333625"/>
            <a:ext cx="2857500" cy="1000125"/>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Claim</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What follows</a:t>
            </a:r>
          </a:p>
        </p:txBody>
      </p:sp>
      <p:sp>
        <p:nvSpPr>
          <p:cNvPr id="9" name="backing">
            <a:extLst xmlns:a="http://schemas.openxmlformats.org/drawingml/2006/main">
              <a:ext uri="{FF2B5EF4-FFF2-40B4-BE49-F238E27FC236}">
                <a16:creationId xmlns:a16="http://schemas.microsoft.com/office/drawing/2014/main" id="{09B36FF7-DA24-4B38-B772-62328CC6AFF1}"/>
              </a:ext>
            </a:extLst>
          </p:cNvPr>
          <p:cNvSpPr>
            <a:spLocks xmlns:a="http://schemas.openxmlformats.org/drawingml/2006/main" noGrp="1"/>
          </p:cNvSpPr>
          <p:nvPr/>
        </p:nvSpPr>
        <p:spPr>
          <a:xfrm xmlns:a="http://schemas.openxmlformats.org/drawingml/2006/main">
            <a:off x="4667250" y="4191000"/>
            <a:ext cx="2857500" cy="952500"/>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Backing</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Why the warrant is credible</a:t>
            </a:r>
          </a:p>
        </p:txBody>
      </p:sp>
      <p:sp>
        <p:nvSpPr>
          <p:cNvPr id="10" name="qualifier">
            <a:extLst xmlns:a="http://schemas.openxmlformats.org/drawingml/2006/main">
              <a:ext uri="{FF2B5EF4-FFF2-40B4-BE49-F238E27FC236}">
                <a16:creationId xmlns:a16="http://schemas.microsoft.com/office/drawing/2014/main" id="{B2AB4EDC-F9D9-43A6-94E3-D55AFA291BEA}"/>
              </a:ext>
            </a:extLst>
          </p:cNvPr>
          <p:cNvSpPr>
            <a:spLocks xmlns:a="http://schemas.openxmlformats.org/drawingml/2006/main" noGrp="1"/>
          </p:cNvSpPr>
          <p:nvPr/>
        </p:nvSpPr>
        <p:spPr>
          <a:xfrm xmlns:a="http://schemas.openxmlformats.org/drawingml/2006/main">
            <a:off x="609600" y="4238625"/>
            <a:ext cx="33813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2731"/>
                </a:solidFill>
                <a:latin typeface="DejaVu Sans"/>
                <a:ea typeface="DejaVu Sans"/>
                <a:cs typeface="DejaVu Sans"/>
              </a:defRPr>
            </a:defPPr>
            <a:lvl1pPr algn="l">
              <a:defRPr sz="1950" b="0">
                <a:solidFill>
                  <a:srgbClr val="182731"/>
                </a:solidFill>
                <a:latin typeface="DejaVu Sans"/>
                <a:ea typeface="DejaVu Sans"/>
                <a:cs typeface="DejaVu Sans"/>
              </a:defRPr>
            </a:lvl1pPr>
            <a:lvl2pPr algn="l">
              <a:defRPr sz="1950" b="0">
                <a:solidFill>
                  <a:srgbClr val="182731"/>
                </a:solidFill>
                <a:latin typeface="DejaVu Sans"/>
                <a:ea typeface="DejaVu Sans"/>
                <a:cs typeface="DejaVu Sans"/>
              </a:defRPr>
            </a:lvl2pPr>
            <a:lvl3pPr algn="l">
              <a:defRPr sz="1950" b="0">
                <a:solidFill>
                  <a:srgbClr val="182731"/>
                </a:solidFill>
                <a:latin typeface="DejaVu Sans"/>
                <a:ea typeface="DejaVu Sans"/>
                <a:cs typeface="DejaVu Sans"/>
              </a:defRPr>
            </a:lvl3pPr>
            <a:lvl4pPr algn="l">
              <a:defRPr sz="1950" b="0">
                <a:solidFill>
                  <a:srgbClr val="182731"/>
                </a:solidFill>
                <a:latin typeface="DejaVu Sans"/>
                <a:ea typeface="DejaVu Sans"/>
                <a:cs typeface="DejaVu Sans"/>
              </a:defRPr>
            </a:lvl4pPr>
            <a:lvl5pPr algn="l">
              <a:defRPr sz="1950" b="0">
                <a:solidFill>
                  <a:srgbClr val="182731"/>
                </a:solidFill>
                <a:latin typeface="DejaVu Sans"/>
                <a:ea typeface="DejaVu Sans"/>
                <a:cs typeface="DejaVu Sans"/>
              </a:defRPr>
            </a:lvl5pPr>
            <a:lvl6pPr algn="l">
              <a:defRPr sz="1950" b="0">
                <a:solidFill>
                  <a:srgbClr val="182731"/>
                </a:solidFill>
                <a:latin typeface="DejaVu Sans"/>
                <a:ea typeface="DejaVu Sans"/>
                <a:cs typeface="DejaVu Sans"/>
              </a:defRPr>
            </a:lvl6pPr>
            <a:lvl7pPr algn="l">
              <a:defRPr sz="1950" b="0">
                <a:solidFill>
                  <a:srgbClr val="182731"/>
                </a:solidFill>
                <a:latin typeface="DejaVu Sans"/>
                <a:ea typeface="DejaVu Sans"/>
                <a:cs typeface="DejaVu Sans"/>
              </a:defRPr>
            </a:lvl7pPr>
            <a:lvl8pPr algn="l">
              <a:defRPr sz="1950" b="0">
                <a:solidFill>
                  <a:srgbClr val="182731"/>
                </a:solidFill>
                <a:latin typeface="DejaVu Sans"/>
                <a:ea typeface="DejaVu Sans"/>
                <a:cs typeface="DejaVu Sans"/>
              </a:defRPr>
            </a:lvl8pPr>
            <a:lvl9pPr algn="l">
              <a:defRPr sz="1950" b="0">
                <a:solidFill>
                  <a:srgbClr val="182731"/>
                </a:solidFill>
                <a:latin typeface="DejaVu Sans"/>
                <a:ea typeface="DejaVu Sans"/>
                <a:cs typeface="DejaVu Sans"/>
              </a:defRPr>
            </a:lvl9pPr>
          </a:lstStyle>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Qualifier</a:t>
            </a:r>
          </a:p>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The scope and strength of the claim</a:t>
            </a:r>
          </a:p>
        </p:txBody>
      </p:sp>
      <p:sp>
        <p:nvSpPr>
          <p:cNvPr id="11" name="rebuttal">
            <a:extLst xmlns:a="http://schemas.openxmlformats.org/drawingml/2006/main">
              <a:ext uri="{FF2B5EF4-FFF2-40B4-BE49-F238E27FC236}">
                <a16:creationId xmlns:a16="http://schemas.microsoft.com/office/drawing/2014/main" id="{22E78516-2F7B-4C42-9E0B-050FB1A839D3}"/>
              </a:ext>
            </a:extLst>
          </p:cNvPr>
          <p:cNvSpPr>
            <a:spLocks xmlns:a="http://schemas.openxmlformats.org/drawingml/2006/main" noGrp="1"/>
          </p:cNvSpPr>
          <p:nvPr/>
        </p:nvSpPr>
        <p:spPr>
          <a:xfrm xmlns:a="http://schemas.openxmlformats.org/drawingml/2006/main">
            <a:off x="8572500" y="4238625"/>
            <a:ext cx="30099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2731"/>
                </a:solidFill>
                <a:latin typeface="DejaVu Sans"/>
                <a:ea typeface="DejaVu Sans"/>
                <a:cs typeface="DejaVu Sans"/>
              </a:defRPr>
            </a:defPPr>
            <a:lvl1pPr algn="l">
              <a:defRPr sz="1950" b="0">
                <a:solidFill>
                  <a:srgbClr val="182731"/>
                </a:solidFill>
                <a:latin typeface="DejaVu Sans"/>
                <a:ea typeface="DejaVu Sans"/>
                <a:cs typeface="DejaVu Sans"/>
              </a:defRPr>
            </a:lvl1pPr>
            <a:lvl2pPr algn="l">
              <a:defRPr sz="1950" b="0">
                <a:solidFill>
                  <a:srgbClr val="182731"/>
                </a:solidFill>
                <a:latin typeface="DejaVu Sans"/>
                <a:ea typeface="DejaVu Sans"/>
                <a:cs typeface="DejaVu Sans"/>
              </a:defRPr>
            </a:lvl2pPr>
            <a:lvl3pPr algn="l">
              <a:defRPr sz="1950" b="0">
                <a:solidFill>
                  <a:srgbClr val="182731"/>
                </a:solidFill>
                <a:latin typeface="DejaVu Sans"/>
                <a:ea typeface="DejaVu Sans"/>
                <a:cs typeface="DejaVu Sans"/>
              </a:defRPr>
            </a:lvl3pPr>
            <a:lvl4pPr algn="l">
              <a:defRPr sz="1950" b="0">
                <a:solidFill>
                  <a:srgbClr val="182731"/>
                </a:solidFill>
                <a:latin typeface="DejaVu Sans"/>
                <a:ea typeface="DejaVu Sans"/>
                <a:cs typeface="DejaVu Sans"/>
              </a:defRPr>
            </a:lvl4pPr>
            <a:lvl5pPr algn="l">
              <a:defRPr sz="1950" b="0">
                <a:solidFill>
                  <a:srgbClr val="182731"/>
                </a:solidFill>
                <a:latin typeface="DejaVu Sans"/>
                <a:ea typeface="DejaVu Sans"/>
                <a:cs typeface="DejaVu Sans"/>
              </a:defRPr>
            </a:lvl5pPr>
            <a:lvl6pPr algn="l">
              <a:defRPr sz="1950" b="0">
                <a:solidFill>
                  <a:srgbClr val="182731"/>
                </a:solidFill>
                <a:latin typeface="DejaVu Sans"/>
                <a:ea typeface="DejaVu Sans"/>
                <a:cs typeface="DejaVu Sans"/>
              </a:defRPr>
            </a:lvl6pPr>
            <a:lvl7pPr algn="l">
              <a:defRPr sz="1950" b="0">
                <a:solidFill>
                  <a:srgbClr val="182731"/>
                </a:solidFill>
                <a:latin typeface="DejaVu Sans"/>
                <a:ea typeface="DejaVu Sans"/>
                <a:cs typeface="DejaVu Sans"/>
              </a:defRPr>
            </a:lvl7pPr>
            <a:lvl8pPr algn="l">
              <a:defRPr sz="1950" b="0">
                <a:solidFill>
                  <a:srgbClr val="182731"/>
                </a:solidFill>
                <a:latin typeface="DejaVu Sans"/>
                <a:ea typeface="DejaVu Sans"/>
                <a:cs typeface="DejaVu Sans"/>
              </a:defRPr>
            </a:lvl8pPr>
            <a:lvl9pPr algn="l">
              <a:defRPr sz="1950" b="0">
                <a:solidFill>
                  <a:srgbClr val="182731"/>
                </a:solidFill>
                <a:latin typeface="DejaVu Sans"/>
                <a:ea typeface="DejaVu Sans"/>
                <a:cs typeface="DejaVu Sans"/>
              </a:defRPr>
            </a:lvl9pPr>
          </a:lstStyle>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Rebuttal conditions</a:t>
            </a:r>
          </a:p>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Exceptions that could defeat support</a:t>
            </a:r>
          </a:p>
        </p:txBody>
      </p:sp>
    </p:spTree>
    <p:extLst>
      <p:ext uri="{BB962C8B-B14F-4D97-AF65-F5344CB8AC3E}">
        <p14:creationId xmlns:p14="http://schemas.microsoft.com/office/powerpoint/2010/main" val="198882148"/>
      </p:ext>
    </p:extLst>
  </p:cSld>
</p:sld>
</file>

<file path=ppt/slides/slide6.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FF844C0-6AD4-4531-A6D2-E945A64B637D}"/>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AI studies report different outcomes</a:t>
            </a:r>
          </a:p>
        </p:txBody>
      </p:sp>
      <p:sp>
        <p:nvSpPr>
          <p:cNvPr id="3" name="effect-1">
            <a:extLst xmlns:a="http://schemas.openxmlformats.org/drawingml/2006/main">
              <a:ext uri="{FF2B5EF4-FFF2-40B4-BE49-F238E27FC236}">
                <a16:creationId xmlns:a16="http://schemas.microsoft.com/office/drawing/2014/main" id="{B0C9C0BA-6F82-46CB-B2EC-79A7DA999A49}"/>
              </a:ext>
            </a:extLst>
          </p:cNvPr>
          <p:cNvSpPr>
            <a:spLocks xmlns:a="http://schemas.openxmlformats.org/drawingml/2006/main" noGrp="1"/>
          </p:cNvSpPr>
          <p:nvPr/>
        </p:nvSpPr>
        <p:spPr>
          <a:xfrm xmlns:a="http://schemas.openxmlformats.org/drawingml/2006/main">
            <a:off x="609600" y="1714500"/>
            <a:ext cx="5048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0" b="1">
                <a:solidFill>
                  <a:srgbClr val="73D7D0"/>
                </a:solidFill>
                <a:latin typeface="DejaVu Sans"/>
                <a:ea typeface="DejaVu Sans"/>
                <a:cs typeface="DejaVu Sans"/>
              </a:defRPr>
            </a:defPPr>
            <a:lvl1pPr algn="l">
              <a:defRPr sz="7500" b="1">
                <a:solidFill>
                  <a:srgbClr val="73D7D0"/>
                </a:solidFill>
                <a:latin typeface="DejaVu Sans"/>
                <a:ea typeface="DejaVu Sans"/>
                <a:cs typeface="DejaVu Sans"/>
              </a:defRPr>
            </a:lvl1pPr>
            <a:lvl2pPr algn="l">
              <a:defRPr sz="7500" b="1">
                <a:solidFill>
                  <a:srgbClr val="73D7D0"/>
                </a:solidFill>
                <a:latin typeface="DejaVu Sans"/>
                <a:ea typeface="DejaVu Sans"/>
                <a:cs typeface="DejaVu Sans"/>
              </a:defRPr>
            </a:lvl2pPr>
            <a:lvl3pPr algn="l">
              <a:defRPr sz="7500" b="1">
                <a:solidFill>
                  <a:srgbClr val="73D7D0"/>
                </a:solidFill>
                <a:latin typeface="DejaVu Sans"/>
                <a:ea typeface="DejaVu Sans"/>
                <a:cs typeface="DejaVu Sans"/>
              </a:defRPr>
            </a:lvl3pPr>
            <a:lvl4pPr algn="l">
              <a:defRPr sz="7500" b="1">
                <a:solidFill>
                  <a:srgbClr val="73D7D0"/>
                </a:solidFill>
                <a:latin typeface="DejaVu Sans"/>
                <a:ea typeface="DejaVu Sans"/>
                <a:cs typeface="DejaVu Sans"/>
              </a:defRPr>
            </a:lvl4pPr>
            <a:lvl5pPr algn="l">
              <a:defRPr sz="7500" b="1">
                <a:solidFill>
                  <a:srgbClr val="73D7D0"/>
                </a:solidFill>
                <a:latin typeface="DejaVu Sans"/>
                <a:ea typeface="DejaVu Sans"/>
                <a:cs typeface="DejaVu Sans"/>
              </a:defRPr>
            </a:lvl5pPr>
            <a:lvl6pPr algn="l">
              <a:defRPr sz="7500" b="1">
                <a:solidFill>
                  <a:srgbClr val="73D7D0"/>
                </a:solidFill>
                <a:latin typeface="DejaVu Sans"/>
                <a:ea typeface="DejaVu Sans"/>
                <a:cs typeface="DejaVu Sans"/>
              </a:defRPr>
            </a:lvl6pPr>
            <a:lvl7pPr algn="l">
              <a:defRPr sz="7500" b="1">
                <a:solidFill>
                  <a:srgbClr val="73D7D0"/>
                </a:solidFill>
                <a:latin typeface="DejaVu Sans"/>
                <a:ea typeface="DejaVu Sans"/>
                <a:cs typeface="DejaVu Sans"/>
              </a:defRPr>
            </a:lvl7pPr>
            <a:lvl8pPr algn="l">
              <a:defRPr sz="7500" b="1">
                <a:solidFill>
                  <a:srgbClr val="73D7D0"/>
                </a:solidFill>
                <a:latin typeface="DejaVu Sans"/>
                <a:ea typeface="DejaVu Sans"/>
                <a:cs typeface="DejaVu Sans"/>
              </a:defRPr>
            </a:lvl8pPr>
            <a:lvl9pPr algn="l">
              <a:defRPr sz="7500" b="1">
                <a:solidFill>
                  <a:srgbClr val="73D7D0"/>
                </a:solidFill>
                <a:latin typeface="DejaVu Sans"/>
                <a:ea typeface="DejaVu Sans"/>
                <a:cs typeface="DejaVu Sans"/>
              </a:defRPr>
            </a:lvl9pPr>
          </a:lstStyle>
          <a:p xmlns:a="http://schemas.openxmlformats.org/drawingml/2006/main">
            <a:pPr algn="l">
              <a:defRPr sz="7500" b="1">
                <a:solidFill>
                  <a:srgbClr val="73D7D0"/>
                </a:solidFill>
                <a:latin typeface="DejaVu Sans"/>
                <a:ea typeface="DejaVu Sans"/>
                <a:cs typeface="DejaVu Sans"/>
              </a:defRPr>
            </a:pPr>
            <a:r>
              <a:rPr sz="7500" b="1">
                <a:solidFill>
                  <a:srgbClr val="73D7D0"/>
                </a:solidFill>
                <a:latin typeface="DejaVu Sans"/>
                <a:ea typeface="DejaVu Sans"/>
                <a:cs typeface="DejaVu Sans"/>
              </a:rPr>
              <a:t>55.8%</a:t>
            </a:r>
          </a:p>
        </p:txBody>
      </p:sp>
      <p:sp>
        <p:nvSpPr>
          <p:cNvPr id="4" name="meaning-1">
            <a:extLst xmlns:a="http://schemas.openxmlformats.org/drawingml/2006/main">
              <a:ext uri="{FF2B5EF4-FFF2-40B4-BE49-F238E27FC236}">
                <a16:creationId xmlns:a16="http://schemas.microsoft.com/office/drawing/2014/main" id="{17A11E41-D9A8-417F-85EB-A46A77ACEFA3}"/>
              </a:ext>
            </a:extLst>
          </p:cNvPr>
          <p:cNvSpPr>
            <a:spLocks xmlns:a="http://schemas.openxmlformats.org/drawingml/2006/main" noGrp="1"/>
          </p:cNvSpPr>
          <p:nvPr/>
        </p:nvSpPr>
        <p:spPr>
          <a:xfrm xmlns:a="http://schemas.openxmlformats.org/drawingml/2006/main">
            <a:off x="609600" y="309562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DejaVu Sans"/>
                <a:ea typeface="DejaVu Sans"/>
                <a:cs typeface="DejaVu Sans"/>
              </a:defRPr>
            </a:defPPr>
            <a:lvl1pPr algn="l">
              <a:defRPr sz="2325" b="1">
                <a:solidFill>
                  <a:srgbClr val="FFFFFF"/>
                </a:solidFill>
                <a:latin typeface="DejaVu Sans"/>
                <a:ea typeface="DejaVu Sans"/>
                <a:cs typeface="DejaVu Sans"/>
              </a:defRPr>
            </a:lvl1pPr>
            <a:lvl2pPr algn="l">
              <a:defRPr sz="2325" b="1">
                <a:solidFill>
                  <a:srgbClr val="FFFFFF"/>
                </a:solidFill>
                <a:latin typeface="DejaVu Sans"/>
                <a:ea typeface="DejaVu Sans"/>
                <a:cs typeface="DejaVu Sans"/>
              </a:defRPr>
            </a:lvl2pPr>
            <a:lvl3pPr algn="l">
              <a:defRPr sz="2325" b="1">
                <a:solidFill>
                  <a:srgbClr val="FFFFFF"/>
                </a:solidFill>
                <a:latin typeface="DejaVu Sans"/>
                <a:ea typeface="DejaVu Sans"/>
                <a:cs typeface="DejaVu Sans"/>
              </a:defRPr>
            </a:lvl3pPr>
            <a:lvl4pPr algn="l">
              <a:defRPr sz="2325" b="1">
                <a:solidFill>
                  <a:srgbClr val="FFFFFF"/>
                </a:solidFill>
                <a:latin typeface="DejaVu Sans"/>
                <a:ea typeface="DejaVu Sans"/>
                <a:cs typeface="DejaVu Sans"/>
              </a:defRPr>
            </a:lvl4pPr>
            <a:lvl5pPr algn="l">
              <a:defRPr sz="2325" b="1">
                <a:solidFill>
                  <a:srgbClr val="FFFFFF"/>
                </a:solidFill>
                <a:latin typeface="DejaVu Sans"/>
                <a:ea typeface="DejaVu Sans"/>
                <a:cs typeface="DejaVu Sans"/>
              </a:defRPr>
            </a:lvl5pPr>
            <a:lvl6pPr algn="l">
              <a:defRPr sz="2325" b="1">
                <a:solidFill>
                  <a:srgbClr val="FFFFFF"/>
                </a:solidFill>
                <a:latin typeface="DejaVu Sans"/>
                <a:ea typeface="DejaVu Sans"/>
                <a:cs typeface="DejaVu Sans"/>
              </a:defRPr>
            </a:lvl6pPr>
            <a:lvl7pPr algn="l">
              <a:defRPr sz="2325" b="1">
                <a:solidFill>
                  <a:srgbClr val="FFFFFF"/>
                </a:solidFill>
                <a:latin typeface="DejaVu Sans"/>
                <a:ea typeface="DejaVu Sans"/>
                <a:cs typeface="DejaVu Sans"/>
              </a:defRPr>
            </a:lvl7pPr>
            <a:lvl8pPr algn="l">
              <a:defRPr sz="2325" b="1">
                <a:solidFill>
                  <a:srgbClr val="FFFFFF"/>
                </a:solidFill>
                <a:latin typeface="DejaVu Sans"/>
                <a:ea typeface="DejaVu Sans"/>
                <a:cs typeface="DejaVu Sans"/>
              </a:defRPr>
            </a:lvl8pPr>
            <a:lvl9pPr algn="l">
              <a:defRPr sz="2325" b="1">
                <a:solidFill>
                  <a:srgbClr val="FFFFFF"/>
                </a:solidFill>
                <a:latin typeface="DejaVu Sans"/>
                <a:ea typeface="DejaVu Sans"/>
                <a:cs typeface="DejaVu Sans"/>
              </a:defRPr>
            </a:lvl9pPr>
          </a:lstStyle>
          <a:p xmlns:a="http://schemas.openxmlformats.org/drawingml/2006/main">
            <a:pPr algn="l">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shorter completion time</a:t>
            </a:r>
          </a:p>
        </p:txBody>
      </p:sp>
      <p:sp>
        <p:nvSpPr>
          <p:cNvPr id="5" name="setting-1">
            <a:extLst xmlns:a="http://schemas.openxmlformats.org/drawingml/2006/main">
              <a:ext uri="{FF2B5EF4-FFF2-40B4-BE49-F238E27FC236}">
                <a16:creationId xmlns:a16="http://schemas.microsoft.com/office/drawing/2014/main" id="{B86E7129-E017-4101-B8D0-0DFA12C7C75A}"/>
              </a:ext>
            </a:extLst>
          </p:cNvPr>
          <p:cNvSpPr>
            <a:spLocks xmlns:a="http://schemas.openxmlformats.org/drawingml/2006/main" noGrp="1"/>
          </p:cNvSpPr>
          <p:nvPr/>
        </p:nvSpPr>
        <p:spPr>
          <a:xfrm xmlns:a="http://schemas.openxmlformats.org/drawingml/2006/main">
            <a:off x="609600" y="3924300"/>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A bounded JavaScript task</a:t>
            </a:r>
          </a:p>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Among participants who finished</a:t>
            </a:r>
          </a:p>
        </p:txBody>
      </p:sp>
      <p:sp>
        <p:nvSpPr>
          <p:cNvPr id="6" name="effect-2">
            <a:extLst xmlns:a="http://schemas.openxmlformats.org/drawingml/2006/main">
              <a:ext uri="{FF2B5EF4-FFF2-40B4-BE49-F238E27FC236}">
                <a16:creationId xmlns:a16="http://schemas.microsoft.com/office/drawing/2014/main" id="{B7611D43-CACD-4493-9090-1631032B99A4}"/>
              </a:ext>
            </a:extLst>
          </p:cNvPr>
          <p:cNvSpPr>
            <a:spLocks xmlns:a="http://schemas.openxmlformats.org/drawingml/2006/main" noGrp="1"/>
          </p:cNvSpPr>
          <p:nvPr/>
        </p:nvSpPr>
        <p:spPr>
          <a:xfrm xmlns:a="http://schemas.openxmlformats.org/drawingml/2006/main">
            <a:off x="6696075" y="1714500"/>
            <a:ext cx="4857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0" b="1">
                <a:solidFill>
                  <a:srgbClr val="F1AC79"/>
                </a:solidFill>
                <a:latin typeface="DejaVu Sans"/>
                <a:ea typeface="DejaVu Sans"/>
                <a:cs typeface="DejaVu Sans"/>
              </a:defRPr>
            </a:defPPr>
            <a:lvl1pPr algn="l">
              <a:defRPr sz="7500" b="1">
                <a:solidFill>
                  <a:srgbClr val="F1AC79"/>
                </a:solidFill>
                <a:latin typeface="DejaVu Sans"/>
                <a:ea typeface="DejaVu Sans"/>
                <a:cs typeface="DejaVu Sans"/>
              </a:defRPr>
            </a:lvl1pPr>
            <a:lvl2pPr algn="l">
              <a:defRPr sz="7500" b="1">
                <a:solidFill>
                  <a:srgbClr val="F1AC79"/>
                </a:solidFill>
                <a:latin typeface="DejaVu Sans"/>
                <a:ea typeface="DejaVu Sans"/>
                <a:cs typeface="DejaVu Sans"/>
              </a:defRPr>
            </a:lvl2pPr>
            <a:lvl3pPr algn="l">
              <a:defRPr sz="7500" b="1">
                <a:solidFill>
                  <a:srgbClr val="F1AC79"/>
                </a:solidFill>
                <a:latin typeface="DejaVu Sans"/>
                <a:ea typeface="DejaVu Sans"/>
                <a:cs typeface="DejaVu Sans"/>
              </a:defRPr>
            </a:lvl3pPr>
            <a:lvl4pPr algn="l">
              <a:defRPr sz="7500" b="1">
                <a:solidFill>
                  <a:srgbClr val="F1AC79"/>
                </a:solidFill>
                <a:latin typeface="DejaVu Sans"/>
                <a:ea typeface="DejaVu Sans"/>
                <a:cs typeface="DejaVu Sans"/>
              </a:defRPr>
            </a:lvl4pPr>
            <a:lvl5pPr algn="l">
              <a:defRPr sz="7500" b="1">
                <a:solidFill>
                  <a:srgbClr val="F1AC79"/>
                </a:solidFill>
                <a:latin typeface="DejaVu Sans"/>
                <a:ea typeface="DejaVu Sans"/>
                <a:cs typeface="DejaVu Sans"/>
              </a:defRPr>
            </a:lvl5pPr>
            <a:lvl6pPr algn="l">
              <a:defRPr sz="7500" b="1">
                <a:solidFill>
                  <a:srgbClr val="F1AC79"/>
                </a:solidFill>
                <a:latin typeface="DejaVu Sans"/>
                <a:ea typeface="DejaVu Sans"/>
                <a:cs typeface="DejaVu Sans"/>
              </a:defRPr>
            </a:lvl6pPr>
            <a:lvl7pPr algn="l">
              <a:defRPr sz="7500" b="1">
                <a:solidFill>
                  <a:srgbClr val="F1AC79"/>
                </a:solidFill>
                <a:latin typeface="DejaVu Sans"/>
                <a:ea typeface="DejaVu Sans"/>
                <a:cs typeface="DejaVu Sans"/>
              </a:defRPr>
            </a:lvl7pPr>
            <a:lvl8pPr algn="l">
              <a:defRPr sz="7500" b="1">
                <a:solidFill>
                  <a:srgbClr val="F1AC79"/>
                </a:solidFill>
                <a:latin typeface="DejaVu Sans"/>
                <a:ea typeface="DejaVu Sans"/>
                <a:cs typeface="DejaVu Sans"/>
              </a:defRPr>
            </a:lvl8pPr>
            <a:lvl9pPr algn="l">
              <a:defRPr sz="7500" b="1">
                <a:solidFill>
                  <a:srgbClr val="F1AC79"/>
                </a:solidFill>
                <a:latin typeface="DejaVu Sans"/>
                <a:ea typeface="DejaVu Sans"/>
                <a:cs typeface="DejaVu Sans"/>
              </a:defRPr>
            </a:lvl9pPr>
          </a:lstStyle>
          <a:p xmlns:a="http://schemas.openxmlformats.org/drawingml/2006/main">
            <a:pPr algn="l">
              <a:defRPr sz="7500" b="1">
                <a:solidFill>
                  <a:srgbClr val="F1AC79"/>
                </a:solidFill>
                <a:latin typeface="DejaVu Sans"/>
                <a:ea typeface="DejaVu Sans"/>
                <a:cs typeface="DejaVu Sans"/>
              </a:defRPr>
            </a:pPr>
            <a:r>
              <a:rPr sz="7500" b="1">
                <a:solidFill>
                  <a:srgbClr val="F1AC79"/>
                </a:solidFill>
                <a:latin typeface="DejaVu Sans"/>
                <a:ea typeface="DejaVu Sans"/>
                <a:cs typeface="DejaVu Sans"/>
              </a:rPr>
              <a:t>19%</a:t>
            </a:r>
          </a:p>
        </p:txBody>
      </p:sp>
      <p:sp>
        <p:nvSpPr>
          <p:cNvPr id="7" name="meaning-2">
            <a:extLst xmlns:a="http://schemas.openxmlformats.org/drawingml/2006/main">
              <a:ext uri="{FF2B5EF4-FFF2-40B4-BE49-F238E27FC236}">
                <a16:creationId xmlns:a16="http://schemas.microsoft.com/office/drawing/2014/main" id="{BF68B293-9EEF-4DE7-A528-C5030F2658F2}"/>
              </a:ext>
            </a:extLst>
          </p:cNvPr>
          <p:cNvSpPr>
            <a:spLocks xmlns:a="http://schemas.openxmlformats.org/drawingml/2006/main" noGrp="1"/>
          </p:cNvSpPr>
          <p:nvPr/>
        </p:nvSpPr>
        <p:spPr>
          <a:xfrm xmlns:a="http://schemas.openxmlformats.org/drawingml/2006/main">
            <a:off x="6696075" y="3095625"/>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DejaVu Sans"/>
                <a:ea typeface="DejaVu Sans"/>
                <a:cs typeface="DejaVu Sans"/>
              </a:defRPr>
            </a:defPPr>
            <a:lvl1pPr algn="l">
              <a:defRPr sz="2325" b="1">
                <a:solidFill>
                  <a:srgbClr val="FFFFFF"/>
                </a:solidFill>
                <a:latin typeface="DejaVu Sans"/>
                <a:ea typeface="DejaVu Sans"/>
                <a:cs typeface="DejaVu Sans"/>
              </a:defRPr>
            </a:lvl1pPr>
            <a:lvl2pPr algn="l">
              <a:defRPr sz="2325" b="1">
                <a:solidFill>
                  <a:srgbClr val="FFFFFF"/>
                </a:solidFill>
                <a:latin typeface="DejaVu Sans"/>
                <a:ea typeface="DejaVu Sans"/>
                <a:cs typeface="DejaVu Sans"/>
              </a:defRPr>
            </a:lvl2pPr>
            <a:lvl3pPr algn="l">
              <a:defRPr sz="2325" b="1">
                <a:solidFill>
                  <a:srgbClr val="FFFFFF"/>
                </a:solidFill>
                <a:latin typeface="DejaVu Sans"/>
                <a:ea typeface="DejaVu Sans"/>
                <a:cs typeface="DejaVu Sans"/>
              </a:defRPr>
            </a:lvl3pPr>
            <a:lvl4pPr algn="l">
              <a:defRPr sz="2325" b="1">
                <a:solidFill>
                  <a:srgbClr val="FFFFFF"/>
                </a:solidFill>
                <a:latin typeface="DejaVu Sans"/>
                <a:ea typeface="DejaVu Sans"/>
                <a:cs typeface="DejaVu Sans"/>
              </a:defRPr>
            </a:lvl4pPr>
            <a:lvl5pPr algn="l">
              <a:defRPr sz="2325" b="1">
                <a:solidFill>
                  <a:srgbClr val="FFFFFF"/>
                </a:solidFill>
                <a:latin typeface="DejaVu Sans"/>
                <a:ea typeface="DejaVu Sans"/>
                <a:cs typeface="DejaVu Sans"/>
              </a:defRPr>
            </a:lvl5pPr>
            <a:lvl6pPr algn="l">
              <a:defRPr sz="2325" b="1">
                <a:solidFill>
                  <a:srgbClr val="FFFFFF"/>
                </a:solidFill>
                <a:latin typeface="DejaVu Sans"/>
                <a:ea typeface="DejaVu Sans"/>
                <a:cs typeface="DejaVu Sans"/>
              </a:defRPr>
            </a:lvl6pPr>
            <a:lvl7pPr algn="l">
              <a:defRPr sz="2325" b="1">
                <a:solidFill>
                  <a:srgbClr val="FFFFFF"/>
                </a:solidFill>
                <a:latin typeface="DejaVu Sans"/>
                <a:ea typeface="DejaVu Sans"/>
                <a:cs typeface="DejaVu Sans"/>
              </a:defRPr>
            </a:lvl7pPr>
            <a:lvl8pPr algn="l">
              <a:defRPr sz="2325" b="1">
                <a:solidFill>
                  <a:srgbClr val="FFFFFF"/>
                </a:solidFill>
                <a:latin typeface="DejaVu Sans"/>
                <a:ea typeface="DejaVu Sans"/>
                <a:cs typeface="DejaVu Sans"/>
              </a:defRPr>
            </a:lvl8pPr>
            <a:lvl9pPr algn="l">
              <a:defRPr sz="2325" b="1">
                <a:solidFill>
                  <a:srgbClr val="FFFFFF"/>
                </a:solidFill>
                <a:latin typeface="DejaVu Sans"/>
                <a:ea typeface="DejaVu Sans"/>
                <a:cs typeface="DejaVu Sans"/>
              </a:defRPr>
            </a:lvl9pPr>
          </a:lstStyle>
          <a:p xmlns:a="http://schemas.openxmlformats.org/drawingml/2006/main">
            <a:pPr algn="l">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longer completion time</a:t>
            </a:r>
          </a:p>
        </p:txBody>
      </p:sp>
      <p:sp>
        <p:nvSpPr>
          <p:cNvPr id="8" name="setting-2">
            <a:extLst xmlns:a="http://schemas.openxmlformats.org/drawingml/2006/main">
              <a:ext uri="{FF2B5EF4-FFF2-40B4-BE49-F238E27FC236}">
                <a16:creationId xmlns:a16="http://schemas.microsoft.com/office/drawing/2014/main" id="{6357FAE8-255D-4C85-8256-8B82A1042D95}"/>
              </a:ext>
            </a:extLst>
          </p:cNvPr>
          <p:cNvSpPr>
            <a:spLocks xmlns:a="http://schemas.openxmlformats.org/drawingml/2006/main" noGrp="1"/>
          </p:cNvSpPr>
          <p:nvPr/>
        </p:nvSpPr>
        <p:spPr>
          <a:xfrm xmlns:a="http://schemas.openxmlformats.org/drawingml/2006/main">
            <a:off x="6696075" y="3924300"/>
            <a:ext cx="4857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Experienced contributors</a:t>
            </a:r>
          </a:p>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Working in familiar repositories</a:t>
            </a:r>
          </a:p>
        </p:txBody>
      </p:sp>
      <p:sp>
        <p:nvSpPr>
          <p:cNvPr id="9" name="limit">
            <a:extLst xmlns:a="http://schemas.openxmlformats.org/drawingml/2006/main">
              <a:ext uri="{FF2B5EF4-FFF2-40B4-BE49-F238E27FC236}">
                <a16:creationId xmlns:a16="http://schemas.microsoft.com/office/drawing/2014/main" id="{F339A3BE-1BCA-4966-99C2-55A38A05AB46}"/>
              </a:ext>
            </a:extLst>
          </p:cNvPr>
          <p:cNvSpPr>
            <a:spLocks xmlns:a="http://schemas.openxmlformats.org/drawingml/2006/main" noGrp="1"/>
          </p:cNvSpPr>
          <p:nvPr/>
        </p:nvSpPr>
        <p:spPr>
          <a:xfrm xmlns:a="http://schemas.openxmlformats.org/drawingml/2006/main">
            <a:off x="609600" y="583882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The estimates concern different tasks and populations.</a:t>
            </a:r>
          </a:p>
        </p:txBody>
      </p:sp>
    </p:spTree>
    <p:extLst>
      <p:ext uri="{BB962C8B-B14F-4D97-AF65-F5344CB8AC3E}">
        <p14:creationId xmlns:p14="http://schemas.microsoft.com/office/powerpoint/2010/main" val="1409713417"/>
      </p:ext>
    </p:extLst>
  </p:cSld>
</p:sld>
</file>

<file path=ppt/slides/slide7.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0F048C0-CC9F-40F8-BFFE-388F86B99335}"/>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Argument-driven engineering</a:t>
            </a:r>
          </a:p>
        </p:txBody>
      </p:sp>
      <p:sp>
        <p:nvSpPr>
          <p:cNvPr id="3" name="definition">
            <a:extLst xmlns:a="http://schemas.openxmlformats.org/drawingml/2006/main">
              <a:ext uri="{FF2B5EF4-FFF2-40B4-BE49-F238E27FC236}">
                <a16:creationId xmlns:a16="http://schemas.microsoft.com/office/drawing/2014/main" id="{851D18C7-17A6-4DC5-AF30-AE97BCC849CF}"/>
              </a:ext>
            </a:extLst>
          </p:cNvPr>
          <p:cNvSpPr>
            <a:spLocks xmlns:a="http://schemas.openxmlformats.org/drawingml/2006/main" noGrp="1"/>
          </p:cNvSpPr>
          <p:nvPr/>
        </p:nvSpPr>
        <p:spPr>
          <a:xfrm xmlns:a="http://schemas.openxmlformats.org/drawingml/2006/main">
            <a:off x="609600" y="1714500"/>
            <a:ext cx="10953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FFFFFF"/>
                </a:solidFill>
                <a:latin typeface="DejaVu Sans"/>
                <a:ea typeface="DejaVu Sans"/>
                <a:cs typeface="DejaVu Sans"/>
              </a:defRPr>
            </a:defPPr>
            <a:lvl1pPr algn="l">
              <a:defRPr sz="4125" b="1">
                <a:solidFill>
                  <a:srgbClr val="FFFFFF"/>
                </a:solidFill>
                <a:latin typeface="DejaVu Sans"/>
                <a:ea typeface="DejaVu Sans"/>
                <a:cs typeface="DejaVu Sans"/>
              </a:defRPr>
            </a:lvl1pPr>
            <a:lvl2pPr algn="l">
              <a:defRPr sz="4125" b="1">
                <a:solidFill>
                  <a:srgbClr val="FFFFFF"/>
                </a:solidFill>
                <a:latin typeface="DejaVu Sans"/>
                <a:ea typeface="DejaVu Sans"/>
                <a:cs typeface="DejaVu Sans"/>
              </a:defRPr>
            </a:lvl2pPr>
            <a:lvl3pPr algn="l">
              <a:defRPr sz="4125" b="1">
                <a:solidFill>
                  <a:srgbClr val="FFFFFF"/>
                </a:solidFill>
                <a:latin typeface="DejaVu Sans"/>
                <a:ea typeface="DejaVu Sans"/>
                <a:cs typeface="DejaVu Sans"/>
              </a:defRPr>
            </a:lvl3pPr>
            <a:lvl4pPr algn="l">
              <a:defRPr sz="4125" b="1">
                <a:solidFill>
                  <a:srgbClr val="FFFFFF"/>
                </a:solidFill>
                <a:latin typeface="DejaVu Sans"/>
                <a:ea typeface="DejaVu Sans"/>
                <a:cs typeface="DejaVu Sans"/>
              </a:defRPr>
            </a:lvl4pPr>
            <a:lvl5pPr algn="l">
              <a:defRPr sz="4125" b="1">
                <a:solidFill>
                  <a:srgbClr val="FFFFFF"/>
                </a:solidFill>
                <a:latin typeface="DejaVu Sans"/>
                <a:ea typeface="DejaVu Sans"/>
                <a:cs typeface="DejaVu Sans"/>
              </a:defRPr>
            </a:lvl5pPr>
            <a:lvl6pPr algn="l">
              <a:defRPr sz="4125" b="1">
                <a:solidFill>
                  <a:srgbClr val="FFFFFF"/>
                </a:solidFill>
                <a:latin typeface="DejaVu Sans"/>
                <a:ea typeface="DejaVu Sans"/>
                <a:cs typeface="DejaVu Sans"/>
              </a:defRPr>
            </a:lvl6pPr>
            <a:lvl7pPr algn="l">
              <a:defRPr sz="4125" b="1">
                <a:solidFill>
                  <a:srgbClr val="FFFFFF"/>
                </a:solidFill>
                <a:latin typeface="DejaVu Sans"/>
                <a:ea typeface="DejaVu Sans"/>
                <a:cs typeface="DejaVu Sans"/>
              </a:defRPr>
            </a:lvl7pPr>
            <a:lvl8pPr algn="l">
              <a:defRPr sz="4125" b="1">
                <a:solidFill>
                  <a:srgbClr val="FFFFFF"/>
                </a:solidFill>
                <a:latin typeface="DejaVu Sans"/>
                <a:ea typeface="DejaVu Sans"/>
                <a:cs typeface="DejaVu Sans"/>
              </a:defRPr>
            </a:lvl8pPr>
            <a:lvl9pPr algn="l">
              <a:defRPr sz="4125" b="1">
                <a:solidFill>
                  <a:srgbClr val="FFFFFF"/>
                </a:solidFill>
                <a:latin typeface="DejaVu Sans"/>
                <a:ea typeface="DejaVu Sans"/>
                <a:cs typeface="DejaVu Sans"/>
              </a:defRPr>
            </a:lvl9pPr>
          </a:lstStyle>
          <a:p xmlns:a="http://schemas.openxmlformats.org/drawingml/2006/main">
            <a:pPr algn="l">
              <a:defRPr sz="4125" b="1">
                <a:solidFill>
                  <a:srgbClr val="FFFFFF"/>
                </a:solidFill>
                <a:latin typeface="DejaVu Sans"/>
                <a:ea typeface="DejaVu Sans"/>
                <a:cs typeface="DejaVu Sans"/>
              </a:defRPr>
            </a:pPr>
            <a:r>
              <a:rPr sz="4125" b="1">
                <a:solidFill>
                  <a:srgbClr val="FFFFFF"/>
                </a:solidFill>
                <a:latin typeface="DejaVu Sans"/>
                <a:ea typeface="DejaVu Sans"/>
                <a:cs typeface="DejaVu Sans"/>
              </a:rPr>
              <a:t>Unresolved claims direct</a:t>
            </a:r>
          </a:p>
          <a:p xmlns:a="http://schemas.openxmlformats.org/drawingml/2006/main">
            <a:pPr algn="l">
              <a:defRPr sz="4125" b="1">
                <a:solidFill>
                  <a:srgbClr val="FFFFFF"/>
                </a:solidFill>
                <a:latin typeface="DejaVu Sans"/>
                <a:ea typeface="DejaVu Sans"/>
                <a:cs typeface="DejaVu Sans"/>
              </a:defRPr>
            </a:pPr>
            <a:r>
              <a:rPr sz="4125" b="1">
                <a:solidFill>
                  <a:srgbClr val="FFFFFF"/>
                </a:solidFill>
                <a:latin typeface="DejaVu Sans"/>
                <a:ea typeface="DejaVu Sans"/>
                <a:cs typeface="DejaVu Sans"/>
              </a:rPr>
              <a:t>the next useful engineering action.</a:t>
            </a:r>
          </a:p>
        </p:txBody>
      </p:sp>
      <p:sp>
        <p:nvSpPr>
          <p:cNvPr id="4" name="action-1">
            <a:extLst xmlns:a="http://schemas.openxmlformats.org/drawingml/2006/main">
              <a:ext uri="{FF2B5EF4-FFF2-40B4-BE49-F238E27FC236}">
                <a16:creationId xmlns:a16="http://schemas.microsoft.com/office/drawing/2014/main" id="{72B20BE7-E9E2-4BBD-ADAA-FB240D187FCC}"/>
              </a:ext>
            </a:extLst>
          </p:cNvPr>
          <p:cNvSpPr>
            <a:spLocks xmlns:a="http://schemas.openxmlformats.org/drawingml/2006/main" noGrp="1"/>
          </p:cNvSpPr>
          <p:nvPr/>
        </p:nvSpPr>
        <p:spPr>
          <a:xfrm xmlns:a="http://schemas.openxmlformats.org/drawingml/2006/main">
            <a:off x="647700" y="3952875"/>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73D7D0"/>
                </a:solidFill>
                <a:latin typeface="DejaVu Sans"/>
                <a:ea typeface="DejaVu Sans"/>
                <a:cs typeface="DejaVu Sans"/>
              </a:defRPr>
            </a:defPPr>
            <a:lvl1pPr algn="l">
              <a:defRPr sz="2175" b="0">
                <a:solidFill>
                  <a:srgbClr val="73D7D0"/>
                </a:solidFill>
                <a:latin typeface="DejaVu Sans"/>
                <a:ea typeface="DejaVu Sans"/>
                <a:cs typeface="DejaVu Sans"/>
              </a:defRPr>
            </a:lvl1pPr>
            <a:lvl2pPr algn="l">
              <a:defRPr sz="2175" b="0">
                <a:solidFill>
                  <a:srgbClr val="73D7D0"/>
                </a:solidFill>
                <a:latin typeface="DejaVu Sans"/>
                <a:ea typeface="DejaVu Sans"/>
                <a:cs typeface="DejaVu Sans"/>
              </a:defRPr>
            </a:lvl2pPr>
            <a:lvl3pPr algn="l">
              <a:defRPr sz="2175" b="0">
                <a:solidFill>
                  <a:srgbClr val="73D7D0"/>
                </a:solidFill>
                <a:latin typeface="DejaVu Sans"/>
                <a:ea typeface="DejaVu Sans"/>
                <a:cs typeface="DejaVu Sans"/>
              </a:defRPr>
            </a:lvl3pPr>
            <a:lvl4pPr algn="l">
              <a:defRPr sz="2175" b="0">
                <a:solidFill>
                  <a:srgbClr val="73D7D0"/>
                </a:solidFill>
                <a:latin typeface="DejaVu Sans"/>
                <a:ea typeface="DejaVu Sans"/>
                <a:cs typeface="DejaVu Sans"/>
              </a:defRPr>
            </a:lvl4pPr>
            <a:lvl5pPr algn="l">
              <a:defRPr sz="2175" b="0">
                <a:solidFill>
                  <a:srgbClr val="73D7D0"/>
                </a:solidFill>
                <a:latin typeface="DejaVu Sans"/>
                <a:ea typeface="DejaVu Sans"/>
                <a:cs typeface="DejaVu Sans"/>
              </a:defRPr>
            </a:lvl5pPr>
            <a:lvl6pPr algn="l">
              <a:defRPr sz="2175" b="0">
                <a:solidFill>
                  <a:srgbClr val="73D7D0"/>
                </a:solidFill>
                <a:latin typeface="DejaVu Sans"/>
                <a:ea typeface="DejaVu Sans"/>
                <a:cs typeface="DejaVu Sans"/>
              </a:defRPr>
            </a:lvl6pPr>
            <a:lvl7pPr algn="l">
              <a:defRPr sz="2175" b="0">
                <a:solidFill>
                  <a:srgbClr val="73D7D0"/>
                </a:solidFill>
                <a:latin typeface="DejaVu Sans"/>
                <a:ea typeface="DejaVu Sans"/>
                <a:cs typeface="DejaVu Sans"/>
              </a:defRPr>
            </a:lvl7pPr>
            <a:lvl8pPr algn="l">
              <a:defRPr sz="2175" b="0">
                <a:solidFill>
                  <a:srgbClr val="73D7D0"/>
                </a:solidFill>
                <a:latin typeface="DejaVu Sans"/>
                <a:ea typeface="DejaVu Sans"/>
                <a:cs typeface="DejaVu Sans"/>
              </a:defRPr>
            </a:lvl8pPr>
            <a:lvl9pPr algn="l">
              <a:defRPr sz="2175" b="0">
                <a:solidFill>
                  <a:srgbClr val="73D7D0"/>
                </a:solidFill>
                <a:latin typeface="DejaVu Sans"/>
                <a:ea typeface="DejaVu Sans"/>
                <a:cs typeface="DejaVu Sans"/>
              </a:defRPr>
            </a:lvl9pPr>
          </a:lstStyle>
          <a:p xmlns:a="http://schemas.openxmlformats.org/drawingml/2006/main">
            <a:pPr algn="l">
              <a:defRPr sz="2175" b="0">
                <a:solidFill>
                  <a:srgbClr val="73D7D0"/>
                </a:solidFill>
                <a:latin typeface="DejaVu Sans"/>
                <a:ea typeface="DejaVu Sans"/>
                <a:cs typeface="DejaVu Sans"/>
              </a:defRPr>
            </a:pPr>
            <a:r>
              <a:rPr sz="2175" b="0">
                <a:solidFill>
                  <a:srgbClr val="73D7D0"/>
                </a:solidFill>
                <a:latin typeface="DejaVu Sans"/>
                <a:ea typeface="DejaVu Sans"/>
                <a:cs typeface="DejaVu Sans"/>
              </a:rPr>
              <a:t>A missing premise calls for investigation.</a:t>
            </a:r>
          </a:p>
        </p:txBody>
      </p:sp>
      <p:sp>
        <p:nvSpPr>
          <p:cNvPr id="5" name="action-2">
            <a:extLst xmlns:a="http://schemas.openxmlformats.org/drawingml/2006/main">
              <a:ext uri="{FF2B5EF4-FFF2-40B4-BE49-F238E27FC236}">
                <a16:creationId xmlns:a16="http://schemas.microsoft.com/office/drawing/2014/main" id="{48C9A6E9-0C42-4CAE-BE76-ABA24B4D8820}"/>
              </a:ext>
            </a:extLst>
          </p:cNvPr>
          <p:cNvSpPr>
            <a:spLocks xmlns:a="http://schemas.openxmlformats.org/drawingml/2006/main" noGrp="1"/>
          </p:cNvSpPr>
          <p:nvPr/>
        </p:nvSpPr>
        <p:spPr>
          <a:xfrm xmlns:a="http://schemas.openxmlformats.org/drawingml/2006/main">
            <a:off x="647700" y="46482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73D7D0"/>
                </a:solidFill>
                <a:latin typeface="DejaVu Sans"/>
                <a:ea typeface="DejaVu Sans"/>
                <a:cs typeface="DejaVu Sans"/>
              </a:defRPr>
            </a:defPPr>
            <a:lvl1pPr algn="l">
              <a:defRPr sz="2175" b="0">
                <a:solidFill>
                  <a:srgbClr val="73D7D0"/>
                </a:solidFill>
                <a:latin typeface="DejaVu Sans"/>
                <a:ea typeface="DejaVu Sans"/>
                <a:cs typeface="DejaVu Sans"/>
              </a:defRPr>
            </a:lvl1pPr>
            <a:lvl2pPr algn="l">
              <a:defRPr sz="2175" b="0">
                <a:solidFill>
                  <a:srgbClr val="73D7D0"/>
                </a:solidFill>
                <a:latin typeface="DejaVu Sans"/>
                <a:ea typeface="DejaVu Sans"/>
                <a:cs typeface="DejaVu Sans"/>
              </a:defRPr>
            </a:lvl2pPr>
            <a:lvl3pPr algn="l">
              <a:defRPr sz="2175" b="0">
                <a:solidFill>
                  <a:srgbClr val="73D7D0"/>
                </a:solidFill>
                <a:latin typeface="DejaVu Sans"/>
                <a:ea typeface="DejaVu Sans"/>
                <a:cs typeface="DejaVu Sans"/>
              </a:defRPr>
            </a:lvl3pPr>
            <a:lvl4pPr algn="l">
              <a:defRPr sz="2175" b="0">
                <a:solidFill>
                  <a:srgbClr val="73D7D0"/>
                </a:solidFill>
                <a:latin typeface="DejaVu Sans"/>
                <a:ea typeface="DejaVu Sans"/>
                <a:cs typeface="DejaVu Sans"/>
              </a:defRPr>
            </a:lvl4pPr>
            <a:lvl5pPr algn="l">
              <a:defRPr sz="2175" b="0">
                <a:solidFill>
                  <a:srgbClr val="73D7D0"/>
                </a:solidFill>
                <a:latin typeface="DejaVu Sans"/>
                <a:ea typeface="DejaVu Sans"/>
                <a:cs typeface="DejaVu Sans"/>
              </a:defRPr>
            </a:lvl5pPr>
            <a:lvl6pPr algn="l">
              <a:defRPr sz="2175" b="0">
                <a:solidFill>
                  <a:srgbClr val="73D7D0"/>
                </a:solidFill>
                <a:latin typeface="DejaVu Sans"/>
                <a:ea typeface="DejaVu Sans"/>
                <a:cs typeface="DejaVu Sans"/>
              </a:defRPr>
            </a:lvl6pPr>
            <a:lvl7pPr algn="l">
              <a:defRPr sz="2175" b="0">
                <a:solidFill>
                  <a:srgbClr val="73D7D0"/>
                </a:solidFill>
                <a:latin typeface="DejaVu Sans"/>
                <a:ea typeface="DejaVu Sans"/>
                <a:cs typeface="DejaVu Sans"/>
              </a:defRPr>
            </a:lvl7pPr>
            <a:lvl8pPr algn="l">
              <a:defRPr sz="2175" b="0">
                <a:solidFill>
                  <a:srgbClr val="73D7D0"/>
                </a:solidFill>
                <a:latin typeface="DejaVu Sans"/>
                <a:ea typeface="DejaVu Sans"/>
                <a:cs typeface="DejaVu Sans"/>
              </a:defRPr>
            </a:lvl8pPr>
            <a:lvl9pPr algn="l">
              <a:defRPr sz="2175" b="0">
                <a:solidFill>
                  <a:srgbClr val="73D7D0"/>
                </a:solidFill>
                <a:latin typeface="DejaVu Sans"/>
                <a:ea typeface="DejaVu Sans"/>
                <a:cs typeface="DejaVu Sans"/>
              </a:defRPr>
            </a:lvl9pPr>
          </a:lstStyle>
          <a:p xmlns:a="http://schemas.openxmlformats.org/drawingml/2006/main">
            <a:pPr algn="l">
              <a:defRPr sz="2175" b="0">
                <a:solidFill>
                  <a:srgbClr val="73D7D0"/>
                </a:solidFill>
                <a:latin typeface="DejaVu Sans"/>
                <a:ea typeface="DejaVu Sans"/>
                <a:cs typeface="DejaVu Sans"/>
              </a:defRPr>
            </a:pPr>
            <a:r>
              <a:rPr sz="2175" b="0">
                <a:solidFill>
                  <a:srgbClr val="73D7D0"/>
                </a:solidFill>
                <a:latin typeface="DejaVu Sans"/>
                <a:ea typeface="DejaVu Sans"/>
                <a:cs typeface="DejaVu Sans"/>
              </a:rPr>
              <a:t>A counterexample calls for revision.</a:t>
            </a:r>
          </a:p>
        </p:txBody>
      </p:sp>
      <p:sp>
        <p:nvSpPr>
          <p:cNvPr id="6" name="action-3">
            <a:extLst xmlns:a="http://schemas.openxmlformats.org/drawingml/2006/main">
              <a:ext uri="{FF2B5EF4-FFF2-40B4-BE49-F238E27FC236}">
                <a16:creationId xmlns:a16="http://schemas.microsoft.com/office/drawing/2014/main" id="{CC51D176-41AB-4BA3-8716-32AD38693A2E}"/>
              </a:ext>
            </a:extLst>
          </p:cNvPr>
          <p:cNvSpPr>
            <a:spLocks xmlns:a="http://schemas.openxmlformats.org/drawingml/2006/main" noGrp="1"/>
          </p:cNvSpPr>
          <p:nvPr/>
        </p:nvSpPr>
        <p:spPr>
          <a:xfrm xmlns:a="http://schemas.openxmlformats.org/drawingml/2006/main">
            <a:off x="647700" y="5343525"/>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73D7D0"/>
                </a:solidFill>
                <a:latin typeface="DejaVu Sans"/>
                <a:ea typeface="DejaVu Sans"/>
                <a:cs typeface="DejaVu Sans"/>
              </a:defRPr>
            </a:defPPr>
            <a:lvl1pPr algn="l">
              <a:defRPr sz="2175" b="0">
                <a:solidFill>
                  <a:srgbClr val="73D7D0"/>
                </a:solidFill>
                <a:latin typeface="DejaVu Sans"/>
                <a:ea typeface="DejaVu Sans"/>
                <a:cs typeface="DejaVu Sans"/>
              </a:defRPr>
            </a:lvl1pPr>
            <a:lvl2pPr algn="l">
              <a:defRPr sz="2175" b="0">
                <a:solidFill>
                  <a:srgbClr val="73D7D0"/>
                </a:solidFill>
                <a:latin typeface="DejaVu Sans"/>
                <a:ea typeface="DejaVu Sans"/>
                <a:cs typeface="DejaVu Sans"/>
              </a:defRPr>
            </a:lvl2pPr>
            <a:lvl3pPr algn="l">
              <a:defRPr sz="2175" b="0">
                <a:solidFill>
                  <a:srgbClr val="73D7D0"/>
                </a:solidFill>
                <a:latin typeface="DejaVu Sans"/>
                <a:ea typeface="DejaVu Sans"/>
                <a:cs typeface="DejaVu Sans"/>
              </a:defRPr>
            </a:lvl3pPr>
            <a:lvl4pPr algn="l">
              <a:defRPr sz="2175" b="0">
                <a:solidFill>
                  <a:srgbClr val="73D7D0"/>
                </a:solidFill>
                <a:latin typeface="DejaVu Sans"/>
                <a:ea typeface="DejaVu Sans"/>
                <a:cs typeface="DejaVu Sans"/>
              </a:defRPr>
            </a:lvl4pPr>
            <a:lvl5pPr algn="l">
              <a:defRPr sz="2175" b="0">
                <a:solidFill>
                  <a:srgbClr val="73D7D0"/>
                </a:solidFill>
                <a:latin typeface="DejaVu Sans"/>
                <a:ea typeface="DejaVu Sans"/>
                <a:cs typeface="DejaVu Sans"/>
              </a:defRPr>
            </a:lvl5pPr>
            <a:lvl6pPr algn="l">
              <a:defRPr sz="2175" b="0">
                <a:solidFill>
                  <a:srgbClr val="73D7D0"/>
                </a:solidFill>
                <a:latin typeface="DejaVu Sans"/>
                <a:ea typeface="DejaVu Sans"/>
                <a:cs typeface="DejaVu Sans"/>
              </a:defRPr>
            </a:lvl6pPr>
            <a:lvl7pPr algn="l">
              <a:defRPr sz="2175" b="0">
                <a:solidFill>
                  <a:srgbClr val="73D7D0"/>
                </a:solidFill>
                <a:latin typeface="DejaVu Sans"/>
                <a:ea typeface="DejaVu Sans"/>
                <a:cs typeface="DejaVu Sans"/>
              </a:defRPr>
            </a:lvl7pPr>
            <a:lvl8pPr algn="l">
              <a:defRPr sz="2175" b="0">
                <a:solidFill>
                  <a:srgbClr val="73D7D0"/>
                </a:solidFill>
                <a:latin typeface="DejaVu Sans"/>
                <a:ea typeface="DejaVu Sans"/>
                <a:cs typeface="DejaVu Sans"/>
              </a:defRPr>
            </a:lvl8pPr>
            <a:lvl9pPr algn="l">
              <a:defRPr sz="2175" b="0">
                <a:solidFill>
                  <a:srgbClr val="73D7D0"/>
                </a:solidFill>
                <a:latin typeface="DejaVu Sans"/>
                <a:ea typeface="DejaVu Sans"/>
                <a:cs typeface="DejaVu Sans"/>
              </a:defRPr>
            </a:lvl9pPr>
          </a:lstStyle>
          <a:p xmlns:a="http://schemas.openxmlformats.org/drawingml/2006/main">
            <a:pPr algn="l">
              <a:defRPr sz="2175" b="0">
                <a:solidFill>
                  <a:srgbClr val="73D7D0"/>
                </a:solidFill>
                <a:latin typeface="DejaVu Sans"/>
                <a:ea typeface="DejaVu Sans"/>
                <a:cs typeface="DejaVu Sans"/>
              </a:defRPr>
            </a:pPr>
            <a:r>
              <a:rPr sz="2175" b="0">
                <a:solidFill>
                  <a:srgbClr val="73D7D0"/>
                </a:solidFill>
                <a:latin typeface="DejaVu Sans"/>
                <a:ea typeface="DejaVu Sans"/>
                <a:cs typeface="DejaVu Sans"/>
              </a:rPr>
              <a:t>Sufficient support enables a scoped decision.</a:t>
            </a:r>
          </a:p>
        </p:txBody>
      </p:sp>
    </p:spTree>
    <p:extLst>
      <p:ext uri="{BB962C8B-B14F-4D97-AF65-F5344CB8AC3E}">
        <p14:creationId xmlns:p14="http://schemas.microsoft.com/office/powerpoint/2010/main" val="1189472561"/>
      </p:ext>
    </p:extLst>
  </p:cSld>
</p:sld>
</file>

<file path=ppt/slides/slide8.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97C8408-F9CE-46A6-84BF-06C166EBF651}"/>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The engineering case</a:t>
            </a:r>
          </a:p>
        </p:txBody>
      </p:sp>
      <p:graphicFrame>
        <p:nvGraphicFramePr>
          <p:cNvPr id="3" name="">
            <a:extLst xmlns:a="http://schemas.openxmlformats.org/drawingml/2006/main">
              <a:ext uri="{FF2B5EF4-FFF2-40B4-BE49-F238E27FC236}">
                <a16:creationId xmlns:a16="http://schemas.microsoft.com/office/drawing/2014/main" id="{6FB6D6EA-D9DD-4D01-A452-EC3CA89E780B}"/>
              </a:ext>
            </a:extLst>
          </p:cNvPr>
          <p:cNvGraphicFramePr/>
          <p:nvPr/>
        </p:nvGraphicFramePr>
        <p:xfrm>
          <a:off xmlns:a="http://schemas.openxmlformats.org/drawingml/2006/main" x="609600" y="1619250"/>
          <a:ext xmlns:a="http://schemas.openxmlformats.org/drawingml/2006/main" cx="10972800" cy="4429125"/>
        </p:xfrm>
        <a:graphic xmlns:a="http://schemas.openxmlformats.org/drawingml/2006/main">
          <a:graphicData uri="http://schemas.openxmlformats.org/drawingml/2006/table">
            <a:tbl>
              <a:tblPr/>
              <a:tblGrid>
                <a:gridCol w="3381375"/>
                <a:gridCol w="7591425"/>
              </a:tblGrid>
              <a:tr h="632732">
                <a:tc>
                  <a:txBody>
                    <a:bodyPr lIns="114300" tIns="114300" rIns="114300" bIns="114300"/>
                    <a:lstStyle/>
                    <a:p>
                      <a:r>
                        <a:rPr sz="1725" b="1">
                          <a:solidFill>
                            <a:srgbClr val="FFFFFF"/>
                          </a:solidFill>
                          <a:latin typeface="DejaVu Sans"/>
                          <a:ea typeface="DejaVu Sans"/>
                          <a:cs typeface="DejaVu Sans"/>
                        </a:rPr>
                        <a:t>Record</a:t>
                      </a:r>
                    </a:p>
                  </a:txBody>
                  <a:tcPr marL="91440" marR="91440" marT="45720" marB="45720" anchor="ctr">
                    <a:lnL w="9525">
                      <a:solidFill>
                        <a:srgbClr val="D0D8D7"/>
                      </a:solidFill>
                      <a:prstDash val="solid"/>
                    </a:lnL>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c>
                  <a:txBody>
                    <a:bodyPr lIns="114300" tIns="114300" rIns="114300" bIns="114300"/>
                    <a:lstStyle/>
                    <a:p>
                      <a:r>
                        <a:rPr sz="1725" b="1">
                          <a:solidFill>
                            <a:srgbClr val="FFFFFF"/>
                          </a:solidFill>
                          <a:latin typeface="DejaVu Sans"/>
                          <a:ea typeface="DejaVu Sans"/>
                          <a:cs typeface="DejaVu Sans"/>
                        </a:rPr>
                        <a:t>Question it answers</a:t>
                      </a:r>
                    </a:p>
                  </a:txBody>
                  <a:tcPr marL="91440" marR="91440" marT="45720" marB="45720" anchor="ctr">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r>
              <a:tr h="632732">
                <a:tc>
                  <a:txBody>
                    <a:bodyPr lIns="114300" tIns="114300" rIns="114300" bIns="114300"/>
                    <a:lstStyle/>
                    <a:p>
                      <a:r>
                        <a:rPr sz="1725" b="0">
                          <a:solidFill>
                            <a:srgbClr val="182731"/>
                          </a:solidFill>
                          <a:latin typeface="DejaVu Sans"/>
                          <a:ea typeface="DejaVu Sans"/>
                          <a:cs typeface="DejaVu Sans"/>
                        </a:rPr>
                        <a:t>Outcome and criteria</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What should this task achieve?</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32732">
                <a:tc>
                  <a:txBody>
                    <a:bodyPr lIns="114300" tIns="114300" rIns="114300" bIns="114300"/>
                    <a:lstStyle/>
                    <a:p>
                      <a:r>
                        <a:rPr sz="1725" b="0">
                          <a:solidFill>
                            <a:srgbClr val="182731"/>
                          </a:solidFill>
                          <a:latin typeface="DejaVu Sans"/>
                          <a:ea typeface="DejaVu Sans"/>
                          <a:cs typeface="DejaVu Sans"/>
                        </a:rPr>
                        <a:t>Claim and scope</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What conclusion concerns which system?</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32732">
                <a:tc>
                  <a:txBody>
                    <a:bodyPr lIns="114300" tIns="114300" rIns="114300" bIns="114300"/>
                    <a:lstStyle/>
                    <a:p>
                      <a:r>
                        <a:rPr sz="1725" b="0">
                          <a:solidFill>
                            <a:srgbClr val="182731"/>
                          </a:solidFill>
                          <a:latin typeface="DejaVu Sans"/>
                          <a:ea typeface="DejaVu Sans"/>
                          <a:cs typeface="DejaVu Sans"/>
                        </a:rPr>
                        <a:t>Candidate revision</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Which implementation does the assessment concern?</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32732">
                <a:tc>
                  <a:txBody>
                    <a:bodyPr lIns="114300" tIns="114300" rIns="114300" bIns="114300"/>
                    <a:lstStyle/>
                    <a:p>
                      <a:r>
                        <a:rPr sz="1725" b="0">
                          <a:solidFill>
                            <a:srgbClr val="182731"/>
                          </a:solidFill>
                          <a:latin typeface="DejaVu Sans"/>
                          <a:ea typeface="DejaVu Sans"/>
                          <a:cs typeface="DejaVu Sans"/>
                        </a:rPr>
                        <a:t>Evidence and warrant</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What supports the claim and why?</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32732">
                <a:tc>
                  <a:txBody>
                    <a:bodyPr lIns="114300" tIns="114300" rIns="114300" bIns="114300"/>
                    <a:lstStyle/>
                    <a:p>
                      <a:r>
                        <a:rPr sz="1725" b="0">
                          <a:solidFill>
                            <a:srgbClr val="182731"/>
                          </a:solidFill>
                          <a:latin typeface="DejaVu Sans"/>
                          <a:ea typeface="DejaVu Sans"/>
                          <a:cs typeface="DejaVu Sans"/>
                        </a:rPr>
                        <a:t>Challenges and gaps</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What could change the decision?</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32732">
                <a:tc>
                  <a:txBody>
                    <a:bodyPr lIns="114300" tIns="114300" rIns="114300" bIns="114300"/>
                    <a:lstStyle/>
                    <a:p>
                      <a:r>
                        <a:rPr sz="1725" b="0">
                          <a:solidFill>
                            <a:srgbClr val="182731"/>
                          </a:solidFill>
                          <a:latin typeface="DejaVu Sans"/>
                          <a:ea typeface="DejaVu Sans"/>
                          <a:cs typeface="DejaVu Sans"/>
                        </a:rPr>
                        <a:t>Decision and authority</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Which next action is justified and permitted?</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bl>
          </a:graphicData>
        </a:graphic>
      </p:graphicFrame>
    </p:spTree>
    <p:extLst>
      <p:ext uri="{BB962C8B-B14F-4D97-AF65-F5344CB8AC3E}">
        <p14:creationId xmlns:p14="http://schemas.microsoft.com/office/powerpoint/2010/main" val="1091756455"/>
      </p:ext>
    </p:extLst>
  </p:cSld>
</p:sld>
</file>

<file path=ppt/slides/slide9.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DD65DB99-F373-4FE5-A73D-648887A8FDFC}"/>
              </a:ext>
            </a:extLst>
          </p:cNvPr>
          <p:cNvCxnSpPr>
            <a:stCxn xmlns:a="http://schemas.openxmlformats.org/drawingml/2006/main" id="13" idx="0"/>
            <a:endCxn xmlns:a="http://schemas.openxmlformats.org/drawingml/2006/main" id="10" idx="2"/>
          </p:cNvCxnSpPr>
          <p:nvPr/>
        </p:nvCxnSpPr>
        <p:spPr>
          <a:xfrm xmlns:a="http://schemas.openxmlformats.org/drawingml/2006/main" flipV="1">
            <a:off x="6096000" y="2628900"/>
            <a:ext cx="0" cy="1371600"/>
          </a:xfrm>
          <a:prstGeom xmlns:a="http://schemas.openxmlformats.org/drawingml/2006/main" prst="straightConnector1">
            <a:avLst/>
          </a:prstGeom>
          <a:ln xmlns:a="http://schemas.openxmlformats.org/drawingml/2006/main" w="19050">
            <a:solidFill>
              <a:srgbClr val="F1AC79"/>
            </a:solidFill>
            <a:prstDash val="dash"/>
            <a:tailEnd type="triangle" w="med" len="med"/>
          </a:ln>
        </p:spPr>
      </p:cxnSp>
      <p:cxnSp>
        <p:nvCxnSpPr>
          <p:cNvPr id="3" name="">
            <a:extLst xmlns:a="http://schemas.openxmlformats.org/drawingml/2006/main">
              <a:ext uri="{FF2B5EF4-FFF2-40B4-BE49-F238E27FC236}">
                <a16:creationId xmlns:a16="http://schemas.microsoft.com/office/drawing/2014/main" id="{C17FC6EE-A6C0-4002-BFEF-00643562FE6B}"/>
              </a:ext>
            </a:extLst>
          </p:cNvPr>
          <p:cNvCxnSpPr>
            <a:stCxn xmlns:a="http://schemas.openxmlformats.org/drawingml/2006/main" id="13" idx="1"/>
            <a:endCxn xmlns:a="http://schemas.openxmlformats.org/drawingml/2006/main" id="14" idx="3"/>
          </p:cNvCxnSpPr>
          <p:nvPr/>
        </p:nvCxnSpPr>
        <p:spPr>
          <a:xfrm xmlns:a="http://schemas.openxmlformats.org/drawingml/2006/main" flipH="1">
            <a:off x="3752850" y="4410075"/>
            <a:ext cx="771525" cy="0"/>
          </a:xfrm>
          <a:prstGeom xmlns:a="http://schemas.openxmlformats.org/drawingml/2006/main" prst="straightConnector1">
            <a:avLst/>
          </a:prstGeom>
          <a:ln xmlns:a="http://schemas.openxmlformats.org/drawingml/2006/main" w="19050">
            <a:solidFill>
              <a:srgbClr val="73D7D0"/>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F55741E8-E8CE-4302-BC8D-92752BC3232A}"/>
              </a:ext>
            </a:extLst>
          </p:cNvPr>
          <p:cNvCxnSpPr>
            <a:stCxn xmlns:a="http://schemas.openxmlformats.org/drawingml/2006/main" id="12" idx="1"/>
            <a:endCxn xmlns:a="http://schemas.openxmlformats.org/drawingml/2006/main" id="13" idx="3"/>
          </p:cNvCxnSpPr>
          <p:nvPr/>
        </p:nvCxnSpPr>
        <p:spPr>
          <a:xfrm xmlns:a="http://schemas.openxmlformats.org/drawingml/2006/main" flipH="1">
            <a:off x="7667625" y="4410075"/>
            <a:ext cx="771525" cy="0"/>
          </a:xfrm>
          <a:prstGeom xmlns:a="http://schemas.openxmlformats.org/drawingml/2006/main" prst="straightConnector1">
            <a:avLst/>
          </a:prstGeom>
          <a:ln xmlns:a="http://schemas.openxmlformats.org/drawingml/2006/main" w="19050">
            <a:solidFill>
              <a:srgbClr val="73D7D0"/>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2ECE4746-35E3-4353-8A11-DD7BEC72011E}"/>
              </a:ext>
            </a:extLst>
          </p:cNvPr>
          <p:cNvCxnSpPr>
            <a:stCxn xmlns:a="http://schemas.openxmlformats.org/drawingml/2006/main" id="11" idx="2"/>
            <a:endCxn xmlns:a="http://schemas.openxmlformats.org/drawingml/2006/main" id="12" idx="0"/>
          </p:cNvCxnSpPr>
          <p:nvPr/>
        </p:nvCxnSpPr>
        <p:spPr>
          <a:xfrm xmlns:a="http://schemas.openxmlformats.org/drawingml/2006/main">
            <a:off x="10010775" y="2628900"/>
            <a:ext cx="0" cy="1371600"/>
          </a:xfrm>
          <a:prstGeom xmlns:a="http://schemas.openxmlformats.org/drawingml/2006/main" prst="straightConnector1">
            <a:avLst/>
          </a:prstGeom>
          <a:ln xmlns:a="http://schemas.openxmlformats.org/drawingml/2006/main" w="19050">
            <a:solidFill>
              <a:srgbClr val="73D7D0"/>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6D197879-21CD-404A-BDF0-50054E3DB992}"/>
              </a:ext>
            </a:extLst>
          </p:cNvPr>
          <p:cNvCxnSpPr>
            <a:stCxn xmlns:a="http://schemas.openxmlformats.org/drawingml/2006/main" id="10" idx="3"/>
            <a:endCxn xmlns:a="http://schemas.openxmlformats.org/drawingml/2006/main" id="11" idx="1"/>
          </p:cNvCxnSpPr>
          <p:nvPr/>
        </p:nvCxnSpPr>
        <p:spPr>
          <a:xfrm xmlns:a="http://schemas.openxmlformats.org/drawingml/2006/main">
            <a:off x="7667625" y="2219325"/>
            <a:ext cx="771525" cy="0"/>
          </a:xfrm>
          <a:prstGeom xmlns:a="http://schemas.openxmlformats.org/drawingml/2006/main" prst="straightConnector1">
            <a:avLst/>
          </a:prstGeom>
          <a:ln xmlns:a="http://schemas.openxmlformats.org/drawingml/2006/main" w="19050">
            <a:solidFill>
              <a:srgbClr val="73D7D0"/>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CE5FA56B-7054-45C2-8DE8-596E59832F76}"/>
              </a:ext>
            </a:extLst>
          </p:cNvPr>
          <p:cNvCxnSpPr>
            <a:stCxn xmlns:a="http://schemas.openxmlformats.org/drawingml/2006/main" id="9" idx="3"/>
            <a:endCxn xmlns:a="http://schemas.openxmlformats.org/drawingml/2006/main" id="10" idx="1"/>
          </p:cNvCxnSpPr>
          <p:nvPr/>
        </p:nvCxnSpPr>
        <p:spPr>
          <a:xfrm xmlns:a="http://schemas.openxmlformats.org/drawingml/2006/main">
            <a:off x="3752850" y="2219325"/>
            <a:ext cx="771525" cy="0"/>
          </a:xfrm>
          <a:prstGeom xmlns:a="http://schemas.openxmlformats.org/drawingml/2006/main" prst="straightConnector1">
            <a:avLst/>
          </a:prstGeom>
          <a:ln xmlns:a="http://schemas.openxmlformats.org/drawingml/2006/main" w="19050">
            <a:solidFill>
              <a:srgbClr val="73D7D0"/>
            </a:solidFill>
            <a:prstDash val="solid"/>
            <a:tailEnd type="triangle" w="med" len="med"/>
          </a:ln>
        </p:spPr>
      </p:cxnSp>
      <p:sp>
        <p:nvSpPr>
          <p:cNvPr id="8" name="title">
            <a:extLst xmlns:a="http://schemas.openxmlformats.org/drawingml/2006/main">
              <a:ext uri="{FF2B5EF4-FFF2-40B4-BE49-F238E27FC236}">
                <a16:creationId xmlns:a16="http://schemas.microsoft.com/office/drawing/2014/main" id="{7B49A102-B1EF-4BD8-8513-F64051EE9096}"/>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The decision loop</a:t>
            </a:r>
          </a:p>
        </p:txBody>
      </p:sp>
      <p:sp>
        <p:nvSpPr>
          <p:cNvPr id="9" name="outcome">
            <a:extLst xmlns:a="http://schemas.openxmlformats.org/drawingml/2006/main">
              <a:ext uri="{FF2B5EF4-FFF2-40B4-BE49-F238E27FC236}">
                <a16:creationId xmlns:a16="http://schemas.microsoft.com/office/drawing/2014/main" id="{9659081C-A961-46A7-966E-A67031AE55C0}"/>
              </a:ext>
            </a:extLst>
          </p:cNvPr>
          <p:cNvSpPr>
            <a:spLocks xmlns:a="http://schemas.openxmlformats.org/drawingml/2006/main" noGrp="1"/>
          </p:cNvSpPr>
          <p:nvPr/>
        </p:nvSpPr>
        <p:spPr>
          <a:xfrm xmlns:a="http://schemas.openxmlformats.org/drawingml/2006/main">
            <a:off x="609600" y="1809750"/>
            <a:ext cx="3143250" cy="819150"/>
          </a:xfrm>
          <a:prstGeom xmlns:a="http://schemas.openxmlformats.org/drawingml/2006/main" prst="rect">
            <a:avLst/>
          </a:prstGeom>
          <a:solidFill xmlns:a="http://schemas.openxmlformats.org/drawingml/2006/main">
            <a:srgbClr val="243943"/>
          </a:solidFill>
          <a:ln xmlns:a="http://schemas.openxmlformats.org/drawingml/2006/main" w="14288">
            <a:solidFill>
              <a:srgbClr val="527A7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Outcome and claims</a:t>
            </a:r>
          </a:p>
        </p:txBody>
      </p:sp>
      <p:sp>
        <p:nvSpPr>
          <p:cNvPr id="10" name="obligation">
            <a:extLst xmlns:a="http://schemas.openxmlformats.org/drawingml/2006/main">
              <a:ext uri="{FF2B5EF4-FFF2-40B4-BE49-F238E27FC236}">
                <a16:creationId xmlns:a16="http://schemas.microsoft.com/office/drawing/2014/main" id="{B4A10180-99B2-4FD9-B844-8E19B85975C9}"/>
              </a:ext>
            </a:extLst>
          </p:cNvPr>
          <p:cNvSpPr>
            <a:spLocks xmlns:a="http://schemas.openxmlformats.org/drawingml/2006/main" noGrp="1"/>
          </p:cNvSpPr>
          <p:nvPr/>
        </p:nvSpPr>
        <p:spPr>
          <a:xfrm xmlns:a="http://schemas.openxmlformats.org/drawingml/2006/main">
            <a:off x="4524375" y="1809750"/>
            <a:ext cx="3143250" cy="819150"/>
          </a:xfrm>
          <a:prstGeom xmlns:a="http://schemas.openxmlformats.org/drawingml/2006/main" prst="rect">
            <a:avLst/>
          </a:prstGeom>
          <a:solidFill xmlns:a="http://schemas.openxmlformats.org/drawingml/2006/main">
            <a:srgbClr val="243943"/>
          </a:solidFill>
          <a:ln xmlns:a="http://schemas.openxmlformats.org/drawingml/2006/main" w="14288">
            <a:solidFill>
              <a:srgbClr val="527A7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Select an unresolved obligation</a:t>
            </a:r>
          </a:p>
        </p:txBody>
      </p:sp>
      <p:sp>
        <p:nvSpPr>
          <p:cNvPr id="11" name="work">
            <a:extLst xmlns:a="http://schemas.openxmlformats.org/drawingml/2006/main">
              <a:ext uri="{FF2B5EF4-FFF2-40B4-BE49-F238E27FC236}">
                <a16:creationId xmlns:a16="http://schemas.microsoft.com/office/drawing/2014/main" id="{111EEAF8-E450-438A-AEFF-E70FF559655C}"/>
              </a:ext>
            </a:extLst>
          </p:cNvPr>
          <p:cNvSpPr>
            <a:spLocks xmlns:a="http://schemas.openxmlformats.org/drawingml/2006/main" noGrp="1"/>
          </p:cNvSpPr>
          <p:nvPr/>
        </p:nvSpPr>
        <p:spPr>
          <a:xfrm xmlns:a="http://schemas.openxmlformats.org/drawingml/2006/main">
            <a:off x="8439150" y="1809750"/>
            <a:ext cx="3143250" cy="819150"/>
          </a:xfrm>
          <a:prstGeom xmlns:a="http://schemas.openxmlformats.org/drawingml/2006/main" prst="rect">
            <a:avLst/>
          </a:prstGeom>
          <a:solidFill xmlns:a="http://schemas.openxmlformats.org/drawingml/2006/main">
            <a:srgbClr val="243943"/>
          </a:solidFill>
          <a:ln xmlns:a="http://schemas.openxmlformats.org/drawingml/2006/main" w="14288">
            <a:solidFill>
              <a:srgbClr val="527A7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Perform bounded work</a:t>
            </a:r>
          </a:p>
        </p:txBody>
      </p:sp>
      <p:sp>
        <p:nvSpPr>
          <p:cNvPr id="12" name="observations">
            <a:extLst xmlns:a="http://schemas.openxmlformats.org/drawingml/2006/main">
              <a:ext uri="{FF2B5EF4-FFF2-40B4-BE49-F238E27FC236}">
                <a16:creationId xmlns:a16="http://schemas.microsoft.com/office/drawing/2014/main" id="{919DFBAD-3794-4570-8CFA-3F4CC85E7C28}"/>
              </a:ext>
            </a:extLst>
          </p:cNvPr>
          <p:cNvSpPr>
            <a:spLocks xmlns:a="http://schemas.openxmlformats.org/drawingml/2006/main" noGrp="1"/>
          </p:cNvSpPr>
          <p:nvPr/>
        </p:nvSpPr>
        <p:spPr>
          <a:xfrm xmlns:a="http://schemas.openxmlformats.org/drawingml/2006/main">
            <a:off x="8439150" y="4000500"/>
            <a:ext cx="3143250" cy="819150"/>
          </a:xfrm>
          <a:prstGeom xmlns:a="http://schemas.openxmlformats.org/drawingml/2006/main" prst="rect">
            <a:avLst/>
          </a:prstGeom>
          <a:solidFill xmlns:a="http://schemas.openxmlformats.org/drawingml/2006/main">
            <a:srgbClr val="243943"/>
          </a:solidFill>
          <a:ln xmlns:a="http://schemas.openxmlformats.org/drawingml/2006/main" w="14288">
            <a:solidFill>
              <a:srgbClr val="527A7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Acquire evidence</a:t>
            </a:r>
          </a:p>
        </p:txBody>
      </p:sp>
      <p:sp>
        <p:nvSpPr>
          <p:cNvPr id="13" name="assess">
            <a:extLst xmlns:a="http://schemas.openxmlformats.org/drawingml/2006/main">
              <a:ext uri="{FF2B5EF4-FFF2-40B4-BE49-F238E27FC236}">
                <a16:creationId xmlns:a16="http://schemas.microsoft.com/office/drawing/2014/main" id="{B76F4C59-C888-4B88-BCFD-59A6EF57DBE8}"/>
              </a:ext>
            </a:extLst>
          </p:cNvPr>
          <p:cNvSpPr>
            <a:spLocks xmlns:a="http://schemas.openxmlformats.org/drawingml/2006/main" noGrp="1"/>
          </p:cNvSpPr>
          <p:nvPr/>
        </p:nvSpPr>
        <p:spPr>
          <a:xfrm xmlns:a="http://schemas.openxmlformats.org/drawingml/2006/main">
            <a:off x="4524375" y="4000500"/>
            <a:ext cx="3143250" cy="819150"/>
          </a:xfrm>
          <a:prstGeom xmlns:a="http://schemas.openxmlformats.org/drawingml/2006/main" prst="rect">
            <a:avLst/>
          </a:prstGeom>
          <a:solidFill xmlns:a="http://schemas.openxmlformats.org/drawingml/2006/main">
            <a:srgbClr val="243943"/>
          </a:solidFill>
          <a:ln xmlns:a="http://schemas.openxmlformats.org/drawingml/2006/main" w="14288">
            <a:solidFill>
              <a:srgbClr val="527A7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Assess support</a:t>
            </a:r>
          </a:p>
        </p:txBody>
      </p:sp>
      <p:sp>
        <p:nvSpPr>
          <p:cNvPr id="14" name="decision">
            <a:extLst xmlns:a="http://schemas.openxmlformats.org/drawingml/2006/main">
              <a:ext uri="{FF2B5EF4-FFF2-40B4-BE49-F238E27FC236}">
                <a16:creationId xmlns:a16="http://schemas.microsoft.com/office/drawing/2014/main" id="{D16749CF-7C65-4490-B1F9-1F71BAC73083}"/>
              </a:ext>
            </a:extLst>
          </p:cNvPr>
          <p:cNvSpPr>
            <a:spLocks xmlns:a="http://schemas.openxmlformats.org/drawingml/2006/main" noGrp="1"/>
          </p:cNvSpPr>
          <p:nvPr/>
        </p:nvSpPr>
        <p:spPr>
          <a:xfrm xmlns:a="http://schemas.openxmlformats.org/drawingml/2006/main">
            <a:off x="609600" y="4000500"/>
            <a:ext cx="3143250" cy="819150"/>
          </a:xfrm>
          <a:prstGeom xmlns:a="http://schemas.openxmlformats.org/drawingml/2006/main" prst="rect">
            <a:avLst/>
          </a:prstGeom>
          <a:solidFill xmlns:a="http://schemas.openxmlformats.org/drawingml/2006/main">
            <a:srgbClr val="243943"/>
          </a:solidFill>
          <a:ln xmlns:a="http://schemas.openxmlformats.org/drawingml/2006/main" w="14288">
            <a:solidFill>
              <a:srgbClr val="527A7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Take the justified next step</a:t>
            </a:r>
          </a:p>
        </p:txBody>
      </p:sp>
      <p:sp>
        <p:nvSpPr>
          <p:cNvPr id="15" name="feedback-label">
            <a:extLst xmlns:a="http://schemas.openxmlformats.org/drawingml/2006/main">
              <a:ext uri="{FF2B5EF4-FFF2-40B4-BE49-F238E27FC236}">
                <a16:creationId xmlns:a16="http://schemas.microsoft.com/office/drawing/2014/main" id="{CB51ADFF-EA77-4238-BFB8-877D2CA48B8E}"/>
              </a:ext>
            </a:extLst>
          </p:cNvPr>
          <p:cNvSpPr>
            <a:spLocks xmlns:a="http://schemas.openxmlformats.org/drawingml/2006/main" noGrp="1"/>
          </p:cNvSpPr>
          <p:nvPr/>
        </p:nvSpPr>
        <p:spPr>
          <a:xfrm xmlns:a="http://schemas.openxmlformats.org/drawingml/2006/main">
            <a:off x="609600" y="3000375"/>
            <a:ext cx="476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F1AC79"/>
                </a:solidFill>
                <a:latin typeface="DejaVu Sans"/>
                <a:ea typeface="DejaVu Sans"/>
                <a:cs typeface="DejaVu Sans"/>
              </a:defRPr>
            </a:defPPr>
            <a:lvl1pPr algn="ctr">
              <a:defRPr sz="1725" b="0">
                <a:solidFill>
                  <a:srgbClr val="F1AC79"/>
                </a:solidFill>
                <a:latin typeface="DejaVu Sans"/>
                <a:ea typeface="DejaVu Sans"/>
                <a:cs typeface="DejaVu Sans"/>
              </a:defRPr>
            </a:lvl1pPr>
            <a:lvl2pPr algn="ctr">
              <a:defRPr sz="1725" b="0">
                <a:solidFill>
                  <a:srgbClr val="F1AC79"/>
                </a:solidFill>
                <a:latin typeface="DejaVu Sans"/>
                <a:ea typeface="DejaVu Sans"/>
                <a:cs typeface="DejaVu Sans"/>
              </a:defRPr>
            </a:lvl2pPr>
            <a:lvl3pPr algn="ctr">
              <a:defRPr sz="1725" b="0">
                <a:solidFill>
                  <a:srgbClr val="F1AC79"/>
                </a:solidFill>
                <a:latin typeface="DejaVu Sans"/>
                <a:ea typeface="DejaVu Sans"/>
                <a:cs typeface="DejaVu Sans"/>
              </a:defRPr>
            </a:lvl3pPr>
            <a:lvl4pPr algn="ctr">
              <a:defRPr sz="1725" b="0">
                <a:solidFill>
                  <a:srgbClr val="F1AC79"/>
                </a:solidFill>
                <a:latin typeface="DejaVu Sans"/>
                <a:ea typeface="DejaVu Sans"/>
                <a:cs typeface="DejaVu Sans"/>
              </a:defRPr>
            </a:lvl4pPr>
            <a:lvl5pPr algn="ctr">
              <a:defRPr sz="1725" b="0">
                <a:solidFill>
                  <a:srgbClr val="F1AC79"/>
                </a:solidFill>
                <a:latin typeface="DejaVu Sans"/>
                <a:ea typeface="DejaVu Sans"/>
                <a:cs typeface="DejaVu Sans"/>
              </a:defRPr>
            </a:lvl5pPr>
            <a:lvl6pPr algn="ctr">
              <a:defRPr sz="1725" b="0">
                <a:solidFill>
                  <a:srgbClr val="F1AC79"/>
                </a:solidFill>
                <a:latin typeface="DejaVu Sans"/>
                <a:ea typeface="DejaVu Sans"/>
                <a:cs typeface="DejaVu Sans"/>
              </a:defRPr>
            </a:lvl6pPr>
            <a:lvl7pPr algn="ctr">
              <a:defRPr sz="1725" b="0">
                <a:solidFill>
                  <a:srgbClr val="F1AC79"/>
                </a:solidFill>
                <a:latin typeface="DejaVu Sans"/>
                <a:ea typeface="DejaVu Sans"/>
                <a:cs typeface="DejaVu Sans"/>
              </a:defRPr>
            </a:lvl7pPr>
            <a:lvl8pPr algn="ctr">
              <a:defRPr sz="1725" b="0">
                <a:solidFill>
                  <a:srgbClr val="F1AC79"/>
                </a:solidFill>
                <a:latin typeface="DejaVu Sans"/>
                <a:ea typeface="DejaVu Sans"/>
                <a:cs typeface="DejaVu Sans"/>
              </a:defRPr>
            </a:lvl8pPr>
            <a:lvl9pPr algn="ctr">
              <a:defRPr sz="1725" b="0">
                <a:solidFill>
                  <a:srgbClr val="F1AC79"/>
                </a:solidFill>
                <a:latin typeface="DejaVu Sans"/>
                <a:ea typeface="DejaVu Sans"/>
                <a:cs typeface="DejaVu Sans"/>
              </a:defRPr>
            </a:lvl9pPr>
          </a:lstStyle>
          <a:p xmlns:a="http://schemas.openxmlformats.org/drawingml/2006/main">
            <a:pPr algn="ctr">
              <a:defRPr sz="1725" b="0">
                <a:solidFill>
                  <a:srgbClr val="F1AC79"/>
                </a:solidFill>
                <a:latin typeface="DejaVu Sans"/>
                <a:ea typeface="DejaVu Sans"/>
                <a:cs typeface="DejaVu Sans"/>
              </a:defRPr>
            </a:pPr>
            <a:r>
              <a:rPr sz="1725" b="0">
                <a:solidFill>
                  <a:srgbClr val="F1AC79"/>
                </a:solidFill>
                <a:latin typeface="DejaVu Sans"/>
                <a:ea typeface="DejaVu Sans"/>
                <a:cs typeface="DejaVu Sans"/>
              </a:rPr>
              <a:t>Missing evidence or</a:t>
            </a:r>
          </a:p>
          <a:p xmlns:a="http://schemas.openxmlformats.org/drawingml/2006/main">
            <a:pPr algn="ctr">
              <a:defRPr sz="1725" b="0">
                <a:solidFill>
                  <a:srgbClr val="F1AC79"/>
                </a:solidFill>
                <a:latin typeface="DejaVu Sans"/>
                <a:ea typeface="DejaVu Sans"/>
                <a:cs typeface="DejaVu Sans"/>
              </a:defRPr>
            </a:pPr>
            <a:r>
              <a:rPr sz="1725" b="0">
                <a:solidFill>
                  <a:srgbClr val="F1AC79"/>
                </a:solidFill>
                <a:latin typeface="DejaVu Sans"/>
                <a:ea typeface="DejaVu Sans"/>
                <a:cs typeface="DejaVu Sans"/>
              </a:rPr>
              <a:t>a challenged inference</a:t>
            </a:r>
          </a:p>
        </p:txBody>
      </p:sp>
      <p:sp>
        <p:nvSpPr>
          <p:cNvPr id="16" name="operation-feedback">
            <a:extLst xmlns:a="http://schemas.openxmlformats.org/drawingml/2006/main">
              <a:ext uri="{FF2B5EF4-FFF2-40B4-BE49-F238E27FC236}">
                <a16:creationId xmlns:a16="http://schemas.microsoft.com/office/drawing/2014/main" id="{CE7EA629-4715-42A0-8A77-CF3686F985DB}"/>
              </a:ext>
            </a:extLst>
          </p:cNvPr>
          <p:cNvSpPr>
            <a:spLocks xmlns:a="http://schemas.openxmlformats.org/drawingml/2006/main" noGrp="1"/>
          </p:cNvSpPr>
          <p:nvPr/>
        </p:nvSpPr>
        <p:spPr>
          <a:xfrm xmlns:a="http://schemas.openxmlformats.org/drawingml/2006/main">
            <a:off x="609600" y="58102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73D7D0"/>
                </a:solidFill>
                <a:latin typeface="DejaVu Sans"/>
                <a:ea typeface="DejaVu Sans"/>
                <a:cs typeface="DejaVu Sans"/>
              </a:defRPr>
            </a:defPPr>
            <a:lvl1pPr algn="l">
              <a:defRPr sz="2100" b="0">
                <a:solidFill>
                  <a:srgbClr val="73D7D0"/>
                </a:solidFill>
                <a:latin typeface="DejaVu Sans"/>
                <a:ea typeface="DejaVu Sans"/>
                <a:cs typeface="DejaVu Sans"/>
              </a:defRPr>
            </a:lvl1pPr>
            <a:lvl2pPr algn="l">
              <a:defRPr sz="2100" b="0">
                <a:solidFill>
                  <a:srgbClr val="73D7D0"/>
                </a:solidFill>
                <a:latin typeface="DejaVu Sans"/>
                <a:ea typeface="DejaVu Sans"/>
                <a:cs typeface="DejaVu Sans"/>
              </a:defRPr>
            </a:lvl2pPr>
            <a:lvl3pPr algn="l">
              <a:defRPr sz="2100" b="0">
                <a:solidFill>
                  <a:srgbClr val="73D7D0"/>
                </a:solidFill>
                <a:latin typeface="DejaVu Sans"/>
                <a:ea typeface="DejaVu Sans"/>
                <a:cs typeface="DejaVu Sans"/>
              </a:defRPr>
            </a:lvl3pPr>
            <a:lvl4pPr algn="l">
              <a:defRPr sz="2100" b="0">
                <a:solidFill>
                  <a:srgbClr val="73D7D0"/>
                </a:solidFill>
                <a:latin typeface="DejaVu Sans"/>
                <a:ea typeface="DejaVu Sans"/>
                <a:cs typeface="DejaVu Sans"/>
              </a:defRPr>
            </a:lvl4pPr>
            <a:lvl5pPr algn="l">
              <a:defRPr sz="2100" b="0">
                <a:solidFill>
                  <a:srgbClr val="73D7D0"/>
                </a:solidFill>
                <a:latin typeface="DejaVu Sans"/>
                <a:ea typeface="DejaVu Sans"/>
                <a:cs typeface="DejaVu Sans"/>
              </a:defRPr>
            </a:lvl5pPr>
            <a:lvl6pPr algn="l">
              <a:defRPr sz="2100" b="0">
                <a:solidFill>
                  <a:srgbClr val="73D7D0"/>
                </a:solidFill>
                <a:latin typeface="DejaVu Sans"/>
                <a:ea typeface="DejaVu Sans"/>
                <a:cs typeface="DejaVu Sans"/>
              </a:defRPr>
            </a:lvl6pPr>
            <a:lvl7pPr algn="l">
              <a:defRPr sz="2100" b="0">
                <a:solidFill>
                  <a:srgbClr val="73D7D0"/>
                </a:solidFill>
                <a:latin typeface="DejaVu Sans"/>
                <a:ea typeface="DejaVu Sans"/>
                <a:cs typeface="DejaVu Sans"/>
              </a:defRPr>
            </a:lvl7pPr>
            <a:lvl8pPr algn="l">
              <a:defRPr sz="2100" b="0">
                <a:solidFill>
                  <a:srgbClr val="73D7D0"/>
                </a:solidFill>
                <a:latin typeface="DejaVu Sans"/>
                <a:ea typeface="DejaVu Sans"/>
                <a:cs typeface="DejaVu Sans"/>
              </a:defRPr>
            </a:lvl8pPr>
            <a:lvl9pPr algn="l">
              <a:defRPr sz="2100" b="0">
                <a:solidFill>
                  <a:srgbClr val="73D7D0"/>
                </a:solidFill>
                <a:latin typeface="DejaVu Sans"/>
                <a:ea typeface="DejaVu Sans"/>
                <a:cs typeface="DejaVu Sans"/>
              </a:defRPr>
            </a:lvl9pPr>
          </a:lstStyle>
          <a:p xmlns:a="http://schemas.openxmlformats.org/drawingml/2006/main">
            <a:pPr algn="l">
              <a:defRPr sz="2100" b="0">
                <a:solidFill>
                  <a:srgbClr val="73D7D0"/>
                </a:solidFill>
                <a:latin typeface="DejaVu Sans"/>
                <a:ea typeface="DejaVu Sans"/>
                <a:cs typeface="DejaVu Sans"/>
              </a:defRPr>
            </a:pPr>
            <a:r>
              <a:rPr sz="2100" b="0">
                <a:solidFill>
                  <a:srgbClr val="73D7D0"/>
                </a:solidFill>
                <a:latin typeface="DejaVu Sans"/>
                <a:ea typeface="DejaVu Sans"/>
                <a:cs typeface="DejaVu Sans"/>
              </a:rPr>
              <a:t>Relevant changes reopen the affected claims.</a:t>
            </a:r>
          </a:p>
        </p:txBody>
      </p:sp>
    </p:spTree>
    <p:extLst>
      <p:ext uri="{BB962C8B-B14F-4D97-AF65-F5344CB8AC3E}">
        <p14:creationId xmlns:p14="http://schemas.microsoft.com/office/powerpoint/2010/main" val="1152351366"/>
      </p:ext>
    </p:extLst>
  </p:cSld>
</p:sld>
</file>

<file path=ppt/slides/slide10.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8D878D5-B1D7-46A2-878C-A7CEE14AF945}"/>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Generation, assessment and authority</a:t>
            </a:r>
          </a:p>
        </p:txBody>
      </p:sp>
      <p:sp>
        <p:nvSpPr>
          <p:cNvPr id="3" name="role-0">
            <a:extLst xmlns:a="http://schemas.openxmlformats.org/drawingml/2006/main">
              <a:ext uri="{FF2B5EF4-FFF2-40B4-BE49-F238E27FC236}">
                <a16:creationId xmlns:a16="http://schemas.microsoft.com/office/drawing/2014/main" id="{6E2C3FAE-1C13-4B01-90C1-34CEAB8A227E}"/>
              </a:ext>
            </a:extLst>
          </p:cNvPr>
          <p:cNvSpPr>
            <a:spLocks xmlns:a="http://schemas.openxmlformats.org/drawingml/2006/main" noGrp="1"/>
          </p:cNvSpPr>
          <p:nvPr/>
        </p:nvSpPr>
        <p:spPr>
          <a:xfrm xmlns:a="http://schemas.openxmlformats.org/drawingml/2006/main">
            <a:off x="609600" y="20002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73D7D0"/>
                </a:solidFill>
                <a:latin typeface="DejaVu Sans"/>
                <a:ea typeface="DejaVu Sans"/>
                <a:cs typeface="DejaVu Sans"/>
              </a:defRPr>
            </a:defPPr>
            <a:lvl1pPr algn="l">
              <a:defRPr sz="2475" b="1">
                <a:solidFill>
                  <a:srgbClr val="73D7D0"/>
                </a:solidFill>
                <a:latin typeface="DejaVu Sans"/>
                <a:ea typeface="DejaVu Sans"/>
                <a:cs typeface="DejaVu Sans"/>
              </a:defRPr>
            </a:lvl1pPr>
            <a:lvl2pPr algn="l">
              <a:defRPr sz="2475" b="1">
                <a:solidFill>
                  <a:srgbClr val="73D7D0"/>
                </a:solidFill>
                <a:latin typeface="DejaVu Sans"/>
                <a:ea typeface="DejaVu Sans"/>
                <a:cs typeface="DejaVu Sans"/>
              </a:defRPr>
            </a:lvl2pPr>
            <a:lvl3pPr algn="l">
              <a:defRPr sz="2475" b="1">
                <a:solidFill>
                  <a:srgbClr val="73D7D0"/>
                </a:solidFill>
                <a:latin typeface="DejaVu Sans"/>
                <a:ea typeface="DejaVu Sans"/>
                <a:cs typeface="DejaVu Sans"/>
              </a:defRPr>
            </a:lvl3pPr>
            <a:lvl4pPr algn="l">
              <a:defRPr sz="2475" b="1">
                <a:solidFill>
                  <a:srgbClr val="73D7D0"/>
                </a:solidFill>
                <a:latin typeface="DejaVu Sans"/>
                <a:ea typeface="DejaVu Sans"/>
                <a:cs typeface="DejaVu Sans"/>
              </a:defRPr>
            </a:lvl4pPr>
            <a:lvl5pPr algn="l">
              <a:defRPr sz="2475" b="1">
                <a:solidFill>
                  <a:srgbClr val="73D7D0"/>
                </a:solidFill>
                <a:latin typeface="DejaVu Sans"/>
                <a:ea typeface="DejaVu Sans"/>
                <a:cs typeface="DejaVu Sans"/>
              </a:defRPr>
            </a:lvl5pPr>
            <a:lvl6pPr algn="l">
              <a:defRPr sz="2475" b="1">
                <a:solidFill>
                  <a:srgbClr val="73D7D0"/>
                </a:solidFill>
                <a:latin typeface="DejaVu Sans"/>
                <a:ea typeface="DejaVu Sans"/>
                <a:cs typeface="DejaVu Sans"/>
              </a:defRPr>
            </a:lvl6pPr>
            <a:lvl7pPr algn="l">
              <a:defRPr sz="2475" b="1">
                <a:solidFill>
                  <a:srgbClr val="73D7D0"/>
                </a:solidFill>
                <a:latin typeface="DejaVu Sans"/>
                <a:ea typeface="DejaVu Sans"/>
                <a:cs typeface="DejaVu Sans"/>
              </a:defRPr>
            </a:lvl7pPr>
            <a:lvl8pPr algn="l">
              <a:defRPr sz="2475" b="1">
                <a:solidFill>
                  <a:srgbClr val="73D7D0"/>
                </a:solidFill>
                <a:latin typeface="DejaVu Sans"/>
                <a:ea typeface="DejaVu Sans"/>
                <a:cs typeface="DejaVu Sans"/>
              </a:defRPr>
            </a:lvl8pPr>
            <a:lvl9pPr algn="l">
              <a:defRPr sz="2475" b="1">
                <a:solidFill>
                  <a:srgbClr val="73D7D0"/>
                </a:solidFill>
                <a:latin typeface="DejaVu Sans"/>
                <a:ea typeface="DejaVu Sans"/>
                <a:cs typeface="DejaVu Sans"/>
              </a:defRPr>
            </a:lvl9pPr>
          </a:lstStyle>
          <a:p xmlns:a="http://schemas.openxmlformats.org/drawingml/2006/main">
            <a:pPr algn="l">
              <a:defRPr sz="2475" b="1">
                <a:solidFill>
                  <a:srgbClr val="73D7D0"/>
                </a:solidFill>
                <a:latin typeface="DejaVu Sans"/>
                <a:ea typeface="DejaVu Sans"/>
                <a:cs typeface="DejaVu Sans"/>
              </a:defRPr>
            </a:pPr>
            <a:r>
              <a:rPr sz="2475" b="1">
                <a:solidFill>
                  <a:srgbClr val="73D7D0"/>
                </a:solidFill>
                <a:latin typeface="DejaVu Sans"/>
                <a:ea typeface="DejaVu Sans"/>
                <a:cs typeface="DejaVu Sans"/>
              </a:rPr>
              <a:t>Generation</a:t>
            </a:r>
          </a:p>
        </p:txBody>
      </p:sp>
      <p:sp>
        <p:nvSpPr>
          <p:cNvPr id="4" name="purpose-0">
            <a:extLst xmlns:a="http://schemas.openxmlformats.org/drawingml/2006/main">
              <a:ext uri="{FF2B5EF4-FFF2-40B4-BE49-F238E27FC236}">
                <a16:creationId xmlns:a16="http://schemas.microsoft.com/office/drawing/2014/main" id="{DCDCF924-29CB-4E0B-A80B-2452A818C706}"/>
              </a:ext>
            </a:extLst>
          </p:cNvPr>
          <p:cNvSpPr>
            <a:spLocks xmlns:a="http://schemas.openxmlformats.org/drawingml/2006/main" noGrp="1"/>
          </p:cNvSpPr>
          <p:nvPr/>
        </p:nvSpPr>
        <p:spPr>
          <a:xfrm xmlns:a="http://schemas.openxmlformats.org/drawingml/2006/main">
            <a:off x="609600" y="3000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DejaVu Sans"/>
                <a:ea typeface="DejaVu Sans"/>
                <a:cs typeface="DejaVu Sans"/>
              </a:defRPr>
            </a:defPPr>
            <a:lvl1pPr algn="l">
              <a:defRPr sz="2250" b="1">
                <a:solidFill>
                  <a:srgbClr val="FFFFFF"/>
                </a:solidFill>
                <a:latin typeface="DejaVu Sans"/>
                <a:ea typeface="DejaVu Sans"/>
                <a:cs typeface="DejaVu Sans"/>
              </a:defRPr>
            </a:lvl1pPr>
            <a:lvl2pPr algn="l">
              <a:defRPr sz="2250" b="1">
                <a:solidFill>
                  <a:srgbClr val="FFFFFF"/>
                </a:solidFill>
                <a:latin typeface="DejaVu Sans"/>
                <a:ea typeface="DejaVu Sans"/>
                <a:cs typeface="DejaVu Sans"/>
              </a:defRPr>
            </a:lvl2pPr>
            <a:lvl3pPr algn="l">
              <a:defRPr sz="2250" b="1">
                <a:solidFill>
                  <a:srgbClr val="FFFFFF"/>
                </a:solidFill>
                <a:latin typeface="DejaVu Sans"/>
                <a:ea typeface="DejaVu Sans"/>
                <a:cs typeface="DejaVu Sans"/>
              </a:defRPr>
            </a:lvl3pPr>
            <a:lvl4pPr algn="l">
              <a:defRPr sz="2250" b="1">
                <a:solidFill>
                  <a:srgbClr val="FFFFFF"/>
                </a:solidFill>
                <a:latin typeface="DejaVu Sans"/>
                <a:ea typeface="DejaVu Sans"/>
                <a:cs typeface="DejaVu Sans"/>
              </a:defRPr>
            </a:lvl4pPr>
            <a:lvl5pPr algn="l">
              <a:defRPr sz="2250" b="1">
                <a:solidFill>
                  <a:srgbClr val="FFFFFF"/>
                </a:solidFill>
                <a:latin typeface="DejaVu Sans"/>
                <a:ea typeface="DejaVu Sans"/>
                <a:cs typeface="DejaVu Sans"/>
              </a:defRPr>
            </a:lvl5pPr>
            <a:lvl6pPr algn="l">
              <a:defRPr sz="2250" b="1">
                <a:solidFill>
                  <a:srgbClr val="FFFFFF"/>
                </a:solidFill>
                <a:latin typeface="DejaVu Sans"/>
                <a:ea typeface="DejaVu Sans"/>
                <a:cs typeface="DejaVu Sans"/>
              </a:defRPr>
            </a:lvl6pPr>
            <a:lvl7pPr algn="l">
              <a:defRPr sz="2250" b="1">
                <a:solidFill>
                  <a:srgbClr val="FFFFFF"/>
                </a:solidFill>
                <a:latin typeface="DejaVu Sans"/>
                <a:ea typeface="DejaVu Sans"/>
                <a:cs typeface="DejaVu Sans"/>
              </a:defRPr>
            </a:lvl7pPr>
            <a:lvl8pPr algn="l">
              <a:defRPr sz="2250" b="1">
                <a:solidFill>
                  <a:srgbClr val="FFFFFF"/>
                </a:solidFill>
                <a:latin typeface="DejaVu Sans"/>
                <a:ea typeface="DejaVu Sans"/>
                <a:cs typeface="DejaVu Sans"/>
              </a:defRPr>
            </a:lvl8pPr>
            <a:lvl9pPr algn="l">
              <a:defRPr sz="2250" b="1">
                <a:solidFill>
                  <a:srgbClr val="FFFFFF"/>
                </a:solidFill>
                <a:latin typeface="DejaVu Sans"/>
                <a:ea typeface="DejaVu Sans"/>
                <a:cs typeface="DejaVu Sans"/>
              </a:defRPr>
            </a:lvl9pPr>
          </a:lstStyle>
          <a:p xmlns:a="http://schemas.openxmlformats.org/drawingml/2006/main">
            <a:pPr algn="l">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Proposes a candidate</a:t>
            </a:r>
          </a:p>
        </p:txBody>
      </p:sp>
      <p:sp>
        <p:nvSpPr>
          <p:cNvPr id="5" name="description-0">
            <a:extLst xmlns:a="http://schemas.openxmlformats.org/drawingml/2006/main">
              <a:ext uri="{FF2B5EF4-FFF2-40B4-BE49-F238E27FC236}">
                <a16:creationId xmlns:a16="http://schemas.microsoft.com/office/drawing/2014/main" id="{ABCC0306-B184-4313-8A9E-238DA3996BFA}"/>
              </a:ext>
            </a:extLst>
          </p:cNvPr>
          <p:cNvSpPr>
            <a:spLocks xmlns:a="http://schemas.openxmlformats.org/drawingml/2006/main" noGrp="1"/>
          </p:cNvSpPr>
          <p:nvPr/>
        </p:nvSpPr>
        <p:spPr>
          <a:xfrm xmlns:a="http://schemas.openxmlformats.org/drawingml/2006/main">
            <a:off x="609600" y="4143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An assistant develops code</a:t>
            </a:r>
          </a:p>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or an experiment.</a:t>
            </a:r>
          </a:p>
        </p:txBody>
      </p:sp>
      <p:sp>
        <p:nvSpPr>
          <p:cNvPr id="6" name="role-1">
            <a:extLst xmlns:a="http://schemas.openxmlformats.org/drawingml/2006/main">
              <a:ext uri="{FF2B5EF4-FFF2-40B4-BE49-F238E27FC236}">
                <a16:creationId xmlns:a16="http://schemas.microsoft.com/office/drawing/2014/main" id="{430AA89B-200F-457C-95A9-E307690B78D9}"/>
              </a:ext>
            </a:extLst>
          </p:cNvPr>
          <p:cNvSpPr>
            <a:spLocks xmlns:a="http://schemas.openxmlformats.org/drawingml/2006/main" noGrp="1"/>
          </p:cNvSpPr>
          <p:nvPr/>
        </p:nvSpPr>
        <p:spPr>
          <a:xfrm xmlns:a="http://schemas.openxmlformats.org/drawingml/2006/main">
            <a:off x="4419600" y="20002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AC79"/>
                </a:solidFill>
                <a:latin typeface="DejaVu Sans"/>
                <a:ea typeface="DejaVu Sans"/>
                <a:cs typeface="DejaVu Sans"/>
              </a:defRPr>
            </a:defPPr>
            <a:lvl1pPr algn="l">
              <a:defRPr sz="2475" b="1">
                <a:solidFill>
                  <a:srgbClr val="F1AC79"/>
                </a:solidFill>
                <a:latin typeface="DejaVu Sans"/>
                <a:ea typeface="DejaVu Sans"/>
                <a:cs typeface="DejaVu Sans"/>
              </a:defRPr>
            </a:lvl1pPr>
            <a:lvl2pPr algn="l">
              <a:defRPr sz="2475" b="1">
                <a:solidFill>
                  <a:srgbClr val="F1AC79"/>
                </a:solidFill>
                <a:latin typeface="DejaVu Sans"/>
                <a:ea typeface="DejaVu Sans"/>
                <a:cs typeface="DejaVu Sans"/>
              </a:defRPr>
            </a:lvl2pPr>
            <a:lvl3pPr algn="l">
              <a:defRPr sz="2475" b="1">
                <a:solidFill>
                  <a:srgbClr val="F1AC79"/>
                </a:solidFill>
                <a:latin typeface="DejaVu Sans"/>
                <a:ea typeface="DejaVu Sans"/>
                <a:cs typeface="DejaVu Sans"/>
              </a:defRPr>
            </a:lvl3pPr>
            <a:lvl4pPr algn="l">
              <a:defRPr sz="2475" b="1">
                <a:solidFill>
                  <a:srgbClr val="F1AC79"/>
                </a:solidFill>
                <a:latin typeface="DejaVu Sans"/>
                <a:ea typeface="DejaVu Sans"/>
                <a:cs typeface="DejaVu Sans"/>
              </a:defRPr>
            </a:lvl4pPr>
            <a:lvl5pPr algn="l">
              <a:defRPr sz="2475" b="1">
                <a:solidFill>
                  <a:srgbClr val="F1AC79"/>
                </a:solidFill>
                <a:latin typeface="DejaVu Sans"/>
                <a:ea typeface="DejaVu Sans"/>
                <a:cs typeface="DejaVu Sans"/>
              </a:defRPr>
            </a:lvl5pPr>
            <a:lvl6pPr algn="l">
              <a:defRPr sz="2475" b="1">
                <a:solidFill>
                  <a:srgbClr val="F1AC79"/>
                </a:solidFill>
                <a:latin typeface="DejaVu Sans"/>
                <a:ea typeface="DejaVu Sans"/>
                <a:cs typeface="DejaVu Sans"/>
              </a:defRPr>
            </a:lvl6pPr>
            <a:lvl7pPr algn="l">
              <a:defRPr sz="2475" b="1">
                <a:solidFill>
                  <a:srgbClr val="F1AC79"/>
                </a:solidFill>
                <a:latin typeface="DejaVu Sans"/>
                <a:ea typeface="DejaVu Sans"/>
                <a:cs typeface="DejaVu Sans"/>
              </a:defRPr>
            </a:lvl7pPr>
            <a:lvl8pPr algn="l">
              <a:defRPr sz="2475" b="1">
                <a:solidFill>
                  <a:srgbClr val="F1AC79"/>
                </a:solidFill>
                <a:latin typeface="DejaVu Sans"/>
                <a:ea typeface="DejaVu Sans"/>
                <a:cs typeface="DejaVu Sans"/>
              </a:defRPr>
            </a:lvl8pPr>
            <a:lvl9pPr algn="l">
              <a:defRPr sz="2475" b="1">
                <a:solidFill>
                  <a:srgbClr val="F1AC79"/>
                </a:solidFill>
                <a:latin typeface="DejaVu Sans"/>
                <a:ea typeface="DejaVu Sans"/>
                <a:cs typeface="DejaVu Sans"/>
              </a:defRPr>
            </a:lvl9pPr>
          </a:lstStyle>
          <a:p xmlns:a="http://schemas.openxmlformats.org/drawingml/2006/main">
            <a:pPr algn="l">
              <a:defRPr sz="2475" b="1">
                <a:solidFill>
                  <a:srgbClr val="F1AC79"/>
                </a:solidFill>
                <a:latin typeface="DejaVu Sans"/>
                <a:ea typeface="DejaVu Sans"/>
                <a:cs typeface="DejaVu Sans"/>
              </a:defRPr>
            </a:pPr>
            <a:r>
              <a:rPr sz="2475" b="1">
                <a:solidFill>
                  <a:srgbClr val="F1AC79"/>
                </a:solidFill>
                <a:latin typeface="DejaVu Sans"/>
                <a:ea typeface="DejaVu Sans"/>
                <a:cs typeface="DejaVu Sans"/>
              </a:rPr>
              <a:t>Assessment</a:t>
            </a:r>
          </a:p>
        </p:txBody>
      </p:sp>
      <p:sp>
        <p:nvSpPr>
          <p:cNvPr id="7" name="purpose-1">
            <a:extLst xmlns:a="http://schemas.openxmlformats.org/drawingml/2006/main">
              <a:ext uri="{FF2B5EF4-FFF2-40B4-BE49-F238E27FC236}">
                <a16:creationId xmlns:a16="http://schemas.microsoft.com/office/drawing/2014/main" id="{257B4B44-EFFB-4AAD-B1A6-37F59B034639}"/>
              </a:ext>
            </a:extLst>
          </p:cNvPr>
          <p:cNvSpPr>
            <a:spLocks xmlns:a="http://schemas.openxmlformats.org/drawingml/2006/main" noGrp="1"/>
          </p:cNvSpPr>
          <p:nvPr/>
        </p:nvSpPr>
        <p:spPr>
          <a:xfrm xmlns:a="http://schemas.openxmlformats.org/drawingml/2006/main">
            <a:off x="4419600" y="3000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DejaVu Sans"/>
                <a:ea typeface="DejaVu Sans"/>
                <a:cs typeface="DejaVu Sans"/>
              </a:defRPr>
            </a:defPPr>
            <a:lvl1pPr algn="l">
              <a:defRPr sz="2250" b="1">
                <a:solidFill>
                  <a:srgbClr val="FFFFFF"/>
                </a:solidFill>
                <a:latin typeface="DejaVu Sans"/>
                <a:ea typeface="DejaVu Sans"/>
                <a:cs typeface="DejaVu Sans"/>
              </a:defRPr>
            </a:lvl1pPr>
            <a:lvl2pPr algn="l">
              <a:defRPr sz="2250" b="1">
                <a:solidFill>
                  <a:srgbClr val="FFFFFF"/>
                </a:solidFill>
                <a:latin typeface="DejaVu Sans"/>
                <a:ea typeface="DejaVu Sans"/>
                <a:cs typeface="DejaVu Sans"/>
              </a:defRPr>
            </a:lvl2pPr>
            <a:lvl3pPr algn="l">
              <a:defRPr sz="2250" b="1">
                <a:solidFill>
                  <a:srgbClr val="FFFFFF"/>
                </a:solidFill>
                <a:latin typeface="DejaVu Sans"/>
                <a:ea typeface="DejaVu Sans"/>
                <a:cs typeface="DejaVu Sans"/>
              </a:defRPr>
            </a:lvl3pPr>
            <a:lvl4pPr algn="l">
              <a:defRPr sz="2250" b="1">
                <a:solidFill>
                  <a:srgbClr val="FFFFFF"/>
                </a:solidFill>
                <a:latin typeface="DejaVu Sans"/>
                <a:ea typeface="DejaVu Sans"/>
                <a:cs typeface="DejaVu Sans"/>
              </a:defRPr>
            </a:lvl4pPr>
            <a:lvl5pPr algn="l">
              <a:defRPr sz="2250" b="1">
                <a:solidFill>
                  <a:srgbClr val="FFFFFF"/>
                </a:solidFill>
                <a:latin typeface="DejaVu Sans"/>
                <a:ea typeface="DejaVu Sans"/>
                <a:cs typeface="DejaVu Sans"/>
              </a:defRPr>
            </a:lvl5pPr>
            <a:lvl6pPr algn="l">
              <a:defRPr sz="2250" b="1">
                <a:solidFill>
                  <a:srgbClr val="FFFFFF"/>
                </a:solidFill>
                <a:latin typeface="DejaVu Sans"/>
                <a:ea typeface="DejaVu Sans"/>
                <a:cs typeface="DejaVu Sans"/>
              </a:defRPr>
            </a:lvl6pPr>
            <a:lvl7pPr algn="l">
              <a:defRPr sz="2250" b="1">
                <a:solidFill>
                  <a:srgbClr val="FFFFFF"/>
                </a:solidFill>
                <a:latin typeface="DejaVu Sans"/>
                <a:ea typeface="DejaVu Sans"/>
                <a:cs typeface="DejaVu Sans"/>
              </a:defRPr>
            </a:lvl7pPr>
            <a:lvl8pPr algn="l">
              <a:defRPr sz="2250" b="1">
                <a:solidFill>
                  <a:srgbClr val="FFFFFF"/>
                </a:solidFill>
                <a:latin typeface="DejaVu Sans"/>
                <a:ea typeface="DejaVu Sans"/>
                <a:cs typeface="DejaVu Sans"/>
              </a:defRPr>
            </a:lvl8pPr>
            <a:lvl9pPr algn="l">
              <a:defRPr sz="2250" b="1">
                <a:solidFill>
                  <a:srgbClr val="FFFFFF"/>
                </a:solidFill>
                <a:latin typeface="DejaVu Sans"/>
                <a:ea typeface="DejaVu Sans"/>
                <a:cs typeface="DejaVu Sans"/>
              </a:defRPr>
            </a:lvl9pPr>
          </a:lstStyle>
          <a:p xmlns:a="http://schemas.openxmlformats.org/drawingml/2006/main">
            <a:pPr algn="l">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Examines its support</a:t>
            </a:r>
          </a:p>
        </p:txBody>
      </p:sp>
      <p:sp>
        <p:nvSpPr>
          <p:cNvPr id="8" name="description-1">
            <a:extLst xmlns:a="http://schemas.openxmlformats.org/drawingml/2006/main">
              <a:ext uri="{FF2B5EF4-FFF2-40B4-BE49-F238E27FC236}">
                <a16:creationId xmlns:a16="http://schemas.microsoft.com/office/drawing/2014/main" id="{D14DB508-6E32-48CB-91FF-3A2994893602}"/>
              </a:ext>
            </a:extLst>
          </p:cNvPr>
          <p:cNvSpPr>
            <a:spLocks xmlns:a="http://schemas.openxmlformats.org/drawingml/2006/main" noGrp="1"/>
          </p:cNvSpPr>
          <p:nvPr/>
        </p:nvSpPr>
        <p:spPr>
          <a:xfrm xmlns:a="http://schemas.openxmlformats.org/drawingml/2006/main">
            <a:off x="4419600" y="4143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An assessor judges what</a:t>
            </a:r>
          </a:p>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the evidence supports.</a:t>
            </a:r>
          </a:p>
        </p:txBody>
      </p:sp>
      <p:sp>
        <p:nvSpPr>
          <p:cNvPr id="9" name="role-2">
            <a:extLst xmlns:a="http://schemas.openxmlformats.org/drawingml/2006/main">
              <a:ext uri="{FF2B5EF4-FFF2-40B4-BE49-F238E27FC236}">
                <a16:creationId xmlns:a16="http://schemas.microsoft.com/office/drawing/2014/main" id="{3A942385-62E7-4C61-B57F-87D24EF3349B}"/>
              </a:ext>
            </a:extLst>
          </p:cNvPr>
          <p:cNvSpPr>
            <a:spLocks xmlns:a="http://schemas.openxmlformats.org/drawingml/2006/main" noGrp="1"/>
          </p:cNvSpPr>
          <p:nvPr/>
        </p:nvSpPr>
        <p:spPr>
          <a:xfrm xmlns:a="http://schemas.openxmlformats.org/drawingml/2006/main">
            <a:off x="8229600" y="20002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73D7D0"/>
                </a:solidFill>
                <a:latin typeface="DejaVu Sans"/>
                <a:ea typeface="DejaVu Sans"/>
                <a:cs typeface="DejaVu Sans"/>
              </a:defRPr>
            </a:defPPr>
            <a:lvl1pPr algn="l">
              <a:defRPr sz="2475" b="1">
                <a:solidFill>
                  <a:srgbClr val="73D7D0"/>
                </a:solidFill>
                <a:latin typeface="DejaVu Sans"/>
                <a:ea typeface="DejaVu Sans"/>
                <a:cs typeface="DejaVu Sans"/>
              </a:defRPr>
            </a:lvl1pPr>
            <a:lvl2pPr algn="l">
              <a:defRPr sz="2475" b="1">
                <a:solidFill>
                  <a:srgbClr val="73D7D0"/>
                </a:solidFill>
                <a:latin typeface="DejaVu Sans"/>
                <a:ea typeface="DejaVu Sans"/>
                <a:cs typeface="DejaVu Sans"/>
              </a:defRPr>
            </a:lvl2pPr>
            <a:lvl3pPr algn="l">
              <a:defRPr sz="2475" b="1">
                <a:solidFill>
                  <a:srgbClr val="73D7D0"/>
                </a:solidFill>
                <a:latin typeface="DejaVu Sans"/>
                <a:ea typeface="DejaVu Sans"/>
                <a:cs typeface="DejaVu Sans"/>
              </a:defRPr>
            </a:lvl3pPr>
            <a:lvl4pPr algn="l">
              <a:defRPr sz="2475" b="1">
                <a:solidFill>
                  <a:srgbClr val="73D7D0"/>
                </a:solidFill>
                <a:latin typeface="DejaVu Sans"/>
                <a:ea typeface="DejaVu Sans"/>
                <a:cs typeface="DejaVu Sans"/>
              </a:defRPr>
            </a:lvl4pPr>
            <a:lvl5pPr algn="l">
              <a:defRPr sz="2475" b="1">
                <a:solidFill>
                  <a:srgbClr val="73D7D0"/>
                </a:solidFill>
                <a:latin typeface="DejaVu Sans"/>
                <a:ea typeface="DejaVu Sans"/>
                <a:cs typeface="DejaVu Sans"/>
              </a:defRPr>
            </a:lvl5pPr>
            <a:lvl6pPr algn="l">
              <a:defRPr sz="2475" b="1">
                <a:solidFill>
                  <a:srgbClr val="73D7D0"/>
                </a:solidFill>
                <a:latin typeface="DejaVu Sans"/>
                <a:ea typeface="DejaVu Sans"/>
                <a:cs typeface="DejaVu Sans"/>
              </a:defRPr>
            </a:lvl6pPr>
            <a:lvl7pPr algn="l">
              <a:defRPr sz="2475" b="1">
                <a:solidFill>
                  <a:srgbClr val="73D7D0"/>
                </a:solidFill>
                <a:latin typeface="DejaVu Sans"/>
                <a:ea typeface="DejaVu Sans"/>
                <a:cs typeface="DejaVu Sans"/>
              </a:defRPr>
            </a:lvl7pPr>
            <a:lvl8pPr algn="l">
              <a:defRPr sz="2475" b="1">
                <a:solidFill>
                  <a:srgbClr val="73D7D0"/>
                </a:solidFill>
                <a:latin typeface="DejaVu Sans"/>
                <a:ea typeface="DejaVu Sans"/>
                <a:cs typeface="DejaVu Sans"/>
              </a:defRPr>
            </a:lvl8pPr>
            <a:lvl9pPr algn="l">
              <a:defRPr sz="2475" b="1">
                <a:solidFill>
                  <a:srgbClr val="73D7D0"/>
                </a:solidFill>
                <a:latin typeface="DejaVu Sans"/>
                <a:ea typeface="DejaVu Sans"/>
                <a:cs typeface="DejaVu Sans"/>
              </a:defRPr>
            </a:lvl9pPr>
          </a:lstStyle>
          <a:p xmlns:a="http://schemas.openxmlformats.org/drawingml/2006/main">
            <a:pPr algn="l">
              <a:defRPr sz="2475" b="1">
                <a:solidFill>
                  <a:srgbClr val="73D7D0"/>
                </a:solidFill>
                <a:latin typeface="DejaVu Sans"/>
                <a:ea typeface="DejaVu Sans"/>
                <a:cs typeface="DejaVu Sans"/>
              </a:defRPr>
            </a:pPr>
            <a:r>
              <a:rPr sz="2475" b="1">
                <a:solidFill>
                  <a:srgbClr val="73D7D0"/>
                </a:solidFill>
                <a:latin typeface="DejaVu Sans"/>
                <a:ea typeface="DejaVu Sans"/>
                <a:cs typeface="DejaVu Sans"/>
              </a:rPr>
              <a:t>Authority</a:t>
            </a:r>
          </a:p>
        </p:txBody>
      </p:sp>
      <p:sp>
        <p:nvSpPr>
          <p:cNvPr id="10" name="purpose-2">
            <a:extLst xmlns:a="http://schemas.openxmlformats.org/drawingml/2006/main">
              <a:ext uri="{FF2B5EF4-FFF2-40B4-BE49-F238E27FC236}">
                <a16:creationId xmlns:a16="http://schemas.microsoft.com/office/drawing/2014/main" id="{F5FC0309-1D78-4C7A-9E1A-2A958F0D5A82}"/>
              </a:ext>
            </a:extLst>
          </p:cNvPr>
          <p:cNvSpPr>
            <a:spLocks xmlns:a="http://schemas.openxmlformats.org/drawingml/2006/main" noGrp="1"/>
          </p:cNvSpPr>
          <p:nvPr/>
        </p:nvSpPr>
        <p:spPr>
          <a:xfrm xmlns:a="http://schemas.openxmlformats.org/drawingml/2006/main">
            <a:off x="8229600" y="3000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DejaVu Sans"/>
                <a:ea typeface="DejaVu Sans"/>
                <a:cs typeface="DejaVu Sans"/>
              </a:defRPr>
            </a:defPPr>
            <a:lvl1pPr algn="l">
              <a:defRPr sz="2250" b="1">
                <a:solidFill>
                  <a:srgbClr val="FFFFFF"/>
                </a:solidFill>
                <a:latin typeface="DejaVu Sans"/>
                <a:ea typeface="DejaVu Sans"/>
                <a:cs typeface="DejaVu Sans"/>
              </a:defRPr>
            </a:lvl1pPr>
            <a:lvl2pPr algn="l">
              <a:defRPr sz="2250" b="1">
                <a:solidFill>
                  <a:srgbClr val="FFFFFF"/>
                </a:solidFill>
                <a:latin typeface="DejaVu Sans"/>
                <a:ea typeface="DejaVu Sans"/>
                <a:cs typeface="DejaVu Sans"/>
              </a:defRPr>
            </a:lvl2pPr>
            <a:lvl3pPr algn="l">
              <a:defRPr sz="2250" b="1">
                <a:solidFill>
                  <a:srgbClr val="FFFFFF"/>
                </a:solidFill>
                <a:latin typeface="DejaVu Sans"/>
                <a:ea typeface="DejaVu Sans"/>
                <a:cs typeface="DejaVu Sans"/>
              </a:defRPr>
            </a:lvl3pPr>
            <a:lvl4pPr algn="l">
              <a:defRPr sz="2250" b="1">
                <a:solidFill>
                  <a:srgbClr val="FFFFFF"/>
                </a:solidFill>
                <a:latin typeface="DejaVu Sans"/>
                <a:ea typeface="DejaVu Sans"/>
                <a:cs typeface="DejaVu Sans"/>
              </a:defRPr>
            </a:lvl4pPr>
            <a:lvl5pPr algn="l">
              <a:defRPr sz="2250" b="1">
                <a:solidFill>
                  <a:srgbClr val="FFFFFF"/>
                </a:solidFill>
                <a:latin typeface="DejaVu Sans"/>
                <a:ea typeface="DejaVu Sans"/>
                <a:cs typeface="DejaVu Sans"/>
              </a:defRPr>
            </a:lvl5pPr>
            <a:lvl6pPr algn="l">
              <a:defRPr sz="2250" b="1">
                <a:solidFill>
                  <a:srgbClr val="FFFFFF"/>
                </a:solidFill>
                <a:latin typeface="DejaVu Sans"/>
                <a:ea typeface="DejaVu Sans"/>
                <a:cs typeface="DejaVu Sans"/>
              </a:defRPr>
            </a:lvl6pPr>
            <a:lvl7pPr algn="l">
              <a:defRPr sz="2250" b="1">
                <a:solidFill>
                  <a:srgbClr val="FFFFFF"/>
                </a:solidFill>
                <a:latin typeface="DejaVu Sans"/>
                <a:ea typeface="DejaVu Sans"/>
                <a:cs typeface="DejaVu Sans"/>
              </a:defRPr>
            </a:lvl7pPr>
            <a:lvl8pPr algn="l">
              <a:defRPr sz="2250" b="1">
                <a:solidFill>
                  <a:srgbClr val="FFFFFF"/>
                </a:solidFill>
                <a:latin typeface="DejaVu Sans"/>
                <a:ea typeface="DejaVu Sans"/>
                <a:cs typeface="DejaVu Sans"/>
              </a:defRPr>
            </a:lvl8pPr>
            <a:lvl9pPr algn="l">
              <a:defRPr sz="2250" b="1">
                <a:solidFill>
                  <a:srgbClr val="FFFFFF"/>
                </a:solidFill>
                <a:latin typeface="DejaVu Sans"/>
                <a:ea typeface="DejaVu Sans"/>
                <a:cs typeface="DejaVu Sans"/>
              </a:defRPr>
            </a:lvl9pPr>
          </a:lstStyle>
          <a:p xmlns:a="http://schemas.openxmlformats.org/drawingml/2006/main">
            <a:pPr algn="l">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Permits the next action</a:t>
            </a:r>
          </a:p>
        </p:txBody>
      </p:sp>
      <p:sp>
        <p:nvSpPr>
          <p:cNvPr id="11" name="description-2">
            <a:extLst xmlns:a="http://schemas.openxmlformats.org/drawingml/2006/main">
              <a:ext uri="{FF2B5EF4-FFF2-40B4-BE49-F238E27FC236}">
                <a16:creationId xmlns:a16="http://schemas.microsoft.com/office/drawing/2014/main" id="{59EA6919-9F1F-45BF-A251-A6DB5FF2669D}"/>
              </a:ext>
            </a:extLst>
          </p:cNvPr>
          <p:cNvSpPr>
            <a:spLocks xmlns:a="http://schemas.openxmlformats.org/drawingml/2006/main" noGrp="1"/>
          </p:cNvSpPr>
          <p:nvPr/>
        </p:nvSpPr>
        <p:spPr>
          <a:xfrm xmlns:a="http://schemas.openxmlformats.org/drawingml/2006/main">
            <a:off x="8229600" y="4143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An accountable owner or policy</a:t>
            </a:r>
          </a:p>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sets the execution limits.</a:t>
            </a:r>
          </a:p>
        </p:txBody>
      </p:sp>
      <p:sp>
        <p:nvSpPr>
          <p:cNvPr id="12" name="shared-assumption">
            <a:extLst xmlns:a="http://schemas.openxmlformats.org/drawingml/2006/main">
              <a:ext uri="{FF2B5EF4-FFF2-40B4-BE49-F238E27FC236}">
                <a16:creationId xmlns:a16="http://schemas.microsoft.com/office/drawing/2014/main" id="{AF1FF37F-1E05-4856-8A76-C780066ACB29}"/>
              </a:ext>
            </a:extLst>
          </p:cNvPr>
          <p:cNvSpPr>
            <a:spLocks xmlns:a="http://schemas.openxmlformats.org/drawingml/2006/main" noGrp="1"/>
          </p:cNvSpPr>
          <p:nvPr/>
        </p:nvSpPr>
        <p:spPr>
          <a:xfrm xmlns:a="http://schemas.openxmlformats.org/drawingml/2006/main">
            <a:off x="609600" y="60388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AI-generated code and tests can share a mistaken assumption.</a:t>
            </a:r>
          </a:p>
        </p:txBody>
      </p:sp>
    </p:spTree>
    <p:extLst>
      <p:ext uri="{BB962C8B-B14F-4D97-AF65-F5344CB8AC3E}">
        <p14:creationId xmlns:p14="http://schemas.microsoft.com/office/powerpoint/2010/main" val="1877629139"/>
      </p:ext>
    </p:extLst>
  </p:cSld>
</p:sld>
</file>

<file path=ppt/slides/slide11.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593BC0F-07B3-4CC9-84FC-7C3C2857C9CA}"/>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A retry-safe submission feature</a:t>
            </a:r>
          </a:p>
        </p:txBody>
      </p:sp>
      <p:sp>
        <p:nvSpPr>
          <p:cNvPr id="3" name="main-claim">
            <a:extLst xmlns:a="http://schemas.openxmlformats.org/drawingml/2006/main">
              <a:ext uri="{FF2B5EF4-FFF2-40B4-BE49-F238E27FC236}">
                <a16:creationId xmlns:a16="http://schemas.microsoft.com/office/drawing/2014/main" id="{0EB4EC85-4547-4763-B0FB-2B68258347CB}"/>
              </a:ext>
            </a:extLst>
          </p:cNvPr>
          <p:cNvSpPr>
            <a:spLocks xmlns:a="http://schemas.openxmlformats.org/drawingml/2006/main" noGrp="1"/>
          </p:cNvSpPr>
          <p:nvPr/>
        </p:nvSpPr>
        <p:spPr>
          <a:xfrm xmlns:a="http://schemas.openxmlformats.org/drawingml/2006/main">
            <a:off x="609600" y="1762125"/>
            <a:ext cx="1076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DejaVu Sans"/>
                <a:ea typeface="DejaVu Sans"/>
                <a:cs typeface="DejaVu Sans"/>
              </a:defRPr>
            </a:defPPr>
            <a:lvl1pPr algn="l">
              <a:defRPr sz="3900" b="1">
                <a:solidFill>
                  <a:srgbClr val="FFFFFF"/>
                </a:solidFill>
                <a:latin typeface="DejaVu Sans"/>
                <a:ea typeface="DejaVu Sans"/>
                <a:cs typeface="DejaVu Sans"/>
              </a:defRPr>
            </a:lvl1pPr>
            <a:lvl2pPr algn="l">
              <a:defRPr sz="3900" b="1">
                <a:solidFill>
                  <a:srgbClr val="FFFFFF"/>
                </a:solidFill>
                <a:latin typeface="DejaVu Sans"/>
                <a:ea typeface="DejaVu Sans"/>
                <a:cs typeface="DejaVu Sans"/>
              </a:defRPr>
            </a:lvl2pPr>
            <a:lvl3pPr algn="l">
              <a:defRPr sz="3900" b="1">
                <a:solidFill>
                  <a:srgbClr val="FFFFFF"/>
                </a:solidFill>
                <a:latin typeface="DejaVu Sans"/>
                <a:ea typeface="DejaVu Sans"/>
                <a:cs typeface="DejaVu Sans"/>
              </a:defRPr>
            </a:lvl3pPr>
            <a:lvl4pPr algn="l">
              <a:defRPr sz="3900" b="1">
                <a:solidFill>
                  <a:srgbClr val="FFFFFF"/>
                </a:solidFill>
                <a:latin typeface="DejaVu Sans"/>
                <a:ea typeface="DejaVu Sans"/>
                <a:cs typeface="DejaVu Sans"/>
              </a:defRPr>
            </a:lvl4pPr>
            <a:lvl5pPr algn="l">
              <a:defRPr sz="3900" b="1">
                <a:solidFill>
                  <a:srgbClr val="FFFFFF"/>
                </a:solidFill>
                <a:latin typeface="DejaVu Sans"/>
                <a:ea typeface="DejaVu Sans"/>
                <a:cs typeface="DejaVu Sans"/>
              </a:defRPr>
            </a:lvl5pPr>
            <a:lvl6pPr algn="l">
              <a:defRPr sz="3900" b="1">
                <a:solidFill>
                  <a:srgbClr val="FFFFFF"/>
                </a:solidFill>
                <a:latin typeface="DejaVu Sans"/>
                <a:ea typeface="DejaVu Sans"/>
                <a:cs typeface="DejaVu Sans"/>
              </a:defRPr>
            </a:lvl6pPr>
            <a:lvl7pPr algn="l">
              <a:defRPr sz="3900" b="1">
                <a:solidFill>
                  <a:srgbClr val="FFFFFF"/>
                </a:solidFill>
                <a:latin typeface="DejaVu Sans"/>
                <a:ea typeface="DejaVu Sans"/>
                <a:cs typeface="DejaVu Sans"/>
              </a:defRPr>
            </a:lvl7pPr>
            <a:lvl8pPr algn="l">
              <a:defRPr sz="3900" b="1">
                <a:solidFill>
                  <a:srgbClr val="FFFFFF"/>
                </a:solidFill>
                <a:latin typeface="DejaVu Sans"/>
                <a:ea typeface="DejaVu Sans"/>
                <a:cs typeface="DejaVu Sans"/>
              </a:defRPr>
            </a:lvl8pPr>
            <a:lvl9pPr algn="l">
              <a:defRPr sz="3900" b="1">
                <a:solidFill>
                  <a:srgbClr val="FFFFFF"/>
                </a:solidFill>
                <a:latin typeface="DejaVu Sans"/>
                <a:ea typeface="DejaVu Sans"/>
                <a:cs typeface="DejaVu Sans"/>
              </a:defRPr>
            </a:lvl9pPr>
          </a:lstStyle>
          <a:p xmlns:a="http://schemas.openxmlformats.org/drawingml/2006/main">
            <a:pPr algn="l">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At most one durable job for each</a:t>
            </a:r>
          </a:p>
          <a:p xmlns:a="http://schemas.openxmlformats.org/drawingml/2006/main">
            <a:pPr algn="l">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active tenant and request key</a:t>
            </a:r>
          </a:p>
        </p:txBody>
      </p:sp>
      <p:sp>
        <p:nvSpPr>
          <p:cNvPr id="4" name="retention">
            <a:extLst xmlns:a="http://schemas.openxmlformats.org/drawingml/2006/main">
              <a:ext uri="{FF2B5EF4-FFF2-40B4-BE49-F238E27FC236}">
                <a16:creationId xmlns:a16="http://schemas.microsoft.com/office/drawing/2014/main" id="{09418CF9-4F7F-4F71-B54A-E809CCA66520}"/>
              </a:ext>
            </a:extLst>
          </p:cNvPr>
          <p:cNvSpPr>
            <a:spLocks xmlns:a="http://schemas.openxmlformats.org/drawingml/2006/main" noGrp="1"/>
          </p:cNvSpPr>
          <p:nvPr/>
        </p:nvSpPr>
        <p:spPr>
          <a:xfrm xmlns:a="http://schemas.openxmlformats.org/drawingml/2006/main">
            <a:off x="609600" y="390525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550" b="1">
                <a:solidFill>
                  <a:srgbClr val="73D7D0"/>
                </a:solidFill>
                <a:latin typeface="DejaVu Sans"/>
                <a:ea typeface="DejaVu Sans"/>
                <a:cs typeface="DejaVu Sans"/>
              </a:defRPr>
            </a:defPPr>
            <a:lvl1pPr algn="l">
              <a:defRPr sz="5550" b="1">
                <a:solidFill>
                  <a:srgbClr val="73D7D0"/>
                </a:solidFill>
                <a:latin typeface="DejaVu Sans"/>
                <a:ea typeface="DejaVu Sans"/>
                <a:cs typeface="DejaVu Sans"/>
              </a:defRPr>
            </a:lvl1pPr>
            <a:lvl2pPr algn="l">
              <a:defRPr sz="5550" b="1">
                <a:solidFill>
                  <a:srgbClr val="73D7D0"/>
                </a:solidFill>
                <a:latin typeface="DejaVu Sans"/>
                <a:ea typeface="DejaVu Sans"/>
                <a:cs typeface="DejaVu Sans"/>
              </a:defRPr>
            </a:lvl2pPr>
            <a:lvl3pPr algn="l">
              <a:defRPr sz="5550" b="1">
                <a:solidFill>
                  <a:srgbClr val="73D7D0"/>
                </a:solidFill>
                <a:latin typeface="DejaVu Sans"/>
                <a:ea typeface="DejaVu Sans"/>
                <a:cs typeface="DejaVu Sans"/>
              </a:defRPr>
            </a:lvl3pPr>
            <a:lvl4pPr algn="l">
              <a:defRPr sz="5550" b="1">
                <a:solidFill>
                  <a:srgbClr val="73D7D0"/>
                </a:solidFill>
                <a:latin typeface="DejaVu Sans"/>
                <a:ea typeface="DejaVu Sans"/>
                <a:cs typeface="DejaVu Sans"/>
              </a:defRPr>
            </a:lvl4pPr>
            <a:lvl5pPr algn="l">
              <a:defRPr sz="5550" b="1">
                <a:solidFill>
                  <a:srgbClr val="73D7D0"/>
                </a:solidFill>
                <a:latin typeface="DejaVu Sans"/>
                <a:ea typeface="DejaVu Sans"/>
                <a:cs typeface="DejaVu Sans"/>
              </a:defRPr>
            </a:lvl5pPr>
            <a:lvl6pPr algn="l">
              <a:defRPr sz="5550" b="1">
                <a:solidFill>
                  <a:srgbClr val="73D7D0"/>
                </a:solidFill>
                <a:latin typeface="DejaVu Sans"/>
                <a:ea typeface="DejaVu Sans"/>
                <a:cs typeface="DejaVu Sans"/>
              </a:defRPr>
            </a:lvl6pPr>
            <a:lvl7pPr algn="l">
              <a:defRPr sz="5550" b="1">
                <a:solidFill>
                  <a:srgbClr val="73D7D0"/>
                </a:solidFill>
                <a:latin typeface="DejaVu Sans"/>
                <a:ea typeface="DejaVu Sans"/>
                <a:cs typeface="DejaVu Sans"/>
              </a:defRPr>
            </a:lvl7pPr>
            <a:lvl8pPr algn="l">
              <a:defRPr sz="5550" b="1">
                <a:solidFill>
                  <a:srgbClr val="73D7D0"/>
                </a:solidFill>
                <a:latin typeface="DejaVu Sans"/>
                <a:ea typeface="DejaVu Sans"/>
                <a:cs typeface="DejaVu Sans"/>
              </a:defRPr>
            </a:lvl8pPr>
            <a:lvl9pPr algn="l">
              <a:defRPr sz="5550" b="1">
                <a:solidFill>
                  <a:srgbClr val="73D7D0"/>
                </a:solidFill>
                <a:latin typeface="DejaVu Sans"/>
                <a:ea typeface="DejaVu Sans"/>
                <a:cs typeface="DejaVu Sans"/>
              </a:defRPr>
            </a:lvl9pPr>
          </a:lstStyle>
          <a:p xmlns:a="http://schemas.openxmlformats.org/drawingml/2006/main">
            <a:pPr algn="l">
              <a:defRPr sz="5550" b="1">
                <a:solidFill>
                  <a:srgbClr val="73D7D0"/>
                </a:solidFill>
                <a:latin typeface="DejaVu Sans"/>
                <a:ea typeface="DejaVu Sans"/>
                <a:cs typeface="DejaVu Sans"/>
              </a:defRPr>
            </a:pPr>
            <a:r>
              <a:rPr sz="5550" b="1">
                <a:solidFill>
                  <a:srgbClr val="73D7D0"/>
                </a:solidFill>
                <a:latin typeface="DejaVu Sans"/>
                <a:ea typeface="DejaVu Sans"/>
                <a:cs typeface="DejaVu Sans"/>
              </a:rPr>
              <a:t>24 hours</a:t>
            </a:r>
          </a:p>
        </p:txBody>
      </p:sp>
      <p:sp>
        <p:nvSpPr>
          <p:cNvPr id="5" name="retention-detail">
            <a:extLst xmlns:a="http://schemas.openxmlformats.org/drawingml/2006/main">
              <a:ext uri="{FF2B5EF4-FFF2-40B4-BE49-F238E27FC236}">
                <a16:creationId xmlns:a16="http://schemas.microsoft.com/office/drawing/2014/main" id="{7088509D-2264-4BCC-B098-289F392564A4}"/>
              </a:ext>
            </a:extLst>
          </p:cNvPr>
          <p:cNvSpPr>
            <a:spLocks xmlns:a="http://schemas.openxmlformats.org/drawingml/2006/main" noGrp="1"/>
          </p:cNvSpPr>
          <p:nvPr/>
        </p:nvSpPr>
        <p:spPr>
          <a:xfrm xmlns:a="http://schemas.openxmlformats.org/drawingml/2006/main">
            <a:off x="609600" y="509587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AAB8C0"/>
                </a:solidFill>
                <a:latin typeface="DejaVu Sans"/>
                <a:ea typeface="DejaVu Sans"/>
                <a:cs typeface="DejaVu Sans"/>
              </a:defRPr>
            </a:defPPr>
            <a:lvl1pPr algn="l">
              <a:defRPr sz="2025" b="0">
                <a:solidFill>
                  <a:srgbClr val="AAB8C0"/>
                </a:solidFill>
                <a:latin typeface="DejaVu Sans"/>
                <a:ea typeface="DejaVu Sans"/>
                <a:cs typeface="DejaVu Sans"/>
              </a:defRPr>
            </a:lvl1pPr>
            <a:lvl2pPr algn="l">
              <a:defRPr sz="2025" b="0">
                <a:solidFill>
                  <a:srgbClr val="AAB8C0"/>
                </a:solidFill>
                <a:latin typeface="DejaVu Sans"/>
                <a:ea typeface="DejaVu Sans"/>
                <a:cs typeface="DejaVu Sans"/>
              </a:defRPr>
            </a:lvl2pPr>
            <a:lvl3pPr algn="l">
              <a:defRPr sz="2025" b="0">
                <a:solidFill>
                  <a:srgbClr val="AAB8C0"/>
                </a:solidFill>
                <a:latin typeface="DejaVu Sans"/>
                <a:ea typeface="DejaVu Sans"/>
                <a:cs typeface="DejaVu Sans"/>
              </a:defRPr>
            </a:lvl3pPr>
            <a:lvl4pPr algn="l">
              <a:defRPr sz="2025" b="0">
                <a:solidFill>
                  <a:srgbClr val="AAB8C0"/>
                </a:solidFill>
                <a:latin typeface="DejaVu Sans"/>
                <a:ea typeface="DejaVu Sans"/>
                <a:cs typeface="DejaVu Sans"/>
              </a:defRPr>
            </a:lvl4pPr>
            <a:lvl5pPr algn="l">
              <a:defRPr sz="2025" b="0">
                <a:solidFill>
                  <a:srgbClr val="AAB8C0"/>
                </a:solidFill>
                <a:latin typeface="DejaVu Sans"/>
                <a:ea typeface="DejaVu Sans"/>
                <a:cs typeface="DejaVu Sans"/>
              </a:defRPr>
            </a:lvl5pPr>
            <a:lvl6pPr algn="l">
              <a:defRPr sz="2025" b="0">
                <a:solidFill>
                  <a:srgbClr val="AAB8C0"/>
                </a:solidFill>
                <a:latin typeface="DejaVu Sans"/>
                <a:ea typeface="DejaVu Sans"/>
                <a:cs typeface="DejaVu Sans"/>
              </a:defRPr>
            </a:lvl6pPr>
            <a:lvl7pPr algn="l">
              <a:defRPr sz="2025" b="0">
                <a:solidFill>
                  <a:srgbClr val="AAB8C0"/>
                </a:solidFill>
                <a:latin typeface="DejaVu Sans"/>
                <a:ea typeface="DejaVu Sans"/>
                <a:cs typeface="DejaVu Sans"/>
              </a:defRPr>
            </a:lvl7pPr>
            <a:lvl8pPr algn="l">
              <a:defRPr sz="2025" b="0">
                <a:solidFill>
                  <a:srgbClr val="AAB8C0"/>
                </a:solidFill>
                <a:latin typeface="DejaVu Sans"/>
                <a:ea typeface="DejaVu Sans"/>
                <a:cs typeface="DejaVu Sans"/>
              </a:defRPr>
            </a:lvl8pPr>
            <a:lvl9pPr algn="l">
              <a:defRPr sz="2025" b="0">
                <a:solidFill>
                  <a:srgbClr val="AAB8C0"/>
                </a:solidFill>
                <a:latin typeface="DejaVu Sans"/>
                <a:ea typeface="DejaVu Sans"/>
                <a:cs typeface="DejaVu Sans"/>
              </a:defRPr>
            </a:lvl9pPr>
          </a:lstStyle>
          <a:p xmlns:a="http://schemas.openxmlformats.org/drawingml/2006/main">
            <a:pPr algn="l">
              <a:defRPr sz="2025" b="0">
                <a:solidFill>
                  <a:srgbClr val="AAB8C0"/>
                </a:solidFill>
                <a:latin typeface="DejaVu Sans"/>
                <a:ea typeface="DejaVu Sans"/>
                <a:cs typeface="DejaVu Sans"/>
              </a:defRPr>
            </a:pPr>
            <a:r>
              <a:rPr sz="2025" b="0">
                <a:solidFill>
                  <a:srgbClr val="AAB8C0"/>
                </a:solidFill>
                <a:latin typeface="DejaVu Sans"/>
                <a:ea typeface="DejaVu Sans"/>
                <a:cs typeface="DejaVu Sans"/>
              </a:rPr>
              <a:t>Retention starts at the first committed submission.</a:t>
            </a:r>
          </a:p>
        </p:txBody>
      </p:sp>
      <p:sp>
        <p:nvSpPr>
          <p:cNvPr id="6" name="payload-claim">
            <a:extLst xmlns:a="http://schemas.openxmlformats.org/drawingml/2006/main">
              <a:ext uri="{FF2B5EF4-FFF2-40B4-BE49-F238E27FC236}">
                <a16:creationId xmlns:a16="http://schemas.microsoft.com/office/drawing/2014/main" id="{EFA2C7D6-60E0-46F5-98DA-C5603754073C}"/>
              </a:ext>
            </a:extLst>
          </p:cNvPr>
          <p:cNvSpPr>
            <a:spLocks xmlns:a="http://schemas.openxmlformats.org/drawingml/2006/main" noGrp="1"/>
          </p:cNvSpPr>
          <p:nvPr/>
        </p:nvSpPr>
        <p:spPr>
          <a:xfrm xmlns:a="http://schemas.openxmlformats.org/drawingml/2006/main">
            <a:off x="6877050" y="388620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DejaVu Sans"/>
                <a:ea typeface="DejaVu Sans"/>
                <a:cs typeface="DejaVu Sans"/>
              </a:defRPr>
            </a:defPPr>
            <a:lvl1pPr algn="l">
              <a:defRPr sz="2250" b="1">
                <a:solidFill>
                  <a:srgbClr val="FFFFFF"/>
                </a:solidFill>
                <a:latin typeface="DejaVu Sans"/>
                <a:ea typeface="DejaVu Sans"/>
                <a:cs typeface="DejaVu Sans"/>
              </a:defRPr>
            </a:lvl1pPr>
            <a:lvl2pPr algn="l">
              <a:defRPr sz="2250" b="1">
                <a:solidFill>
                  <a:srgbClr val="FFFFFF"/>
                </a:solidFill>
                <a:latin typeface="DejaVu Sans"/>
                <a:ea typeface="DejaVu Sans"/>
                <a:cs typeface="DejaVu Sans"/>
              </a:defRPr>
            </a:lvl2pPr>
            <a:lvl3pPr algn="l">
              <a:defRPr sz="2250" b="1">
                <a:solidFill>
                  <a:srgbClr val="FFFFFF"/>
                </a:solidFill>
                <a:latin typeface="DejaVu Sans"/>
                <a:ea typeface="DejaVu Sans"/>
                <a:cs typeface="DejaVu Sans"/>
              </a:defRPr>
            </a:lvl3pPr>
            <a:lvl4pPr algn="l">
              <a:defRPr sz="2250" b="1">
                <a:solidFill>
                  <a:srgbClr val="FFFFFF"/>
                </a:solidFill>
                <a:latin typeface="DejaVu Sans"/>
                <a:ea typeface="DejaVu Sans"/>
                <a:cs typeface="DejaVu Sans"/>
              </a:defRPr>
            </a:lvl4pPr>
            <a:lvl5pPr algn="l">
              <a:defRPr sz="2250" b="1">
                <a:solidFill>
                  <a:srgbClr val="FFFFFF"/>
                </a:solidFill>
                <a:latin typeface="DejaVu Sans"/>
                <a:ea typeface="DejaVu Sans"/>
                <a:cs typeface="DejaVu Sans"/>
              </a:defRPr>
            </a:lvl5pPr>
            <a:lvl6pPr algn="l">
              <a:defRPr sz="2250" b="1">
                <a:solidFill>
                  <a:srgbClr val="FFFFFF"/>
                </a:solidFill>
                <a:latin typeface="DejaVu Sans"/>
                <a:ea typeface="DejaVu Sans"/>
                <a:cs typeface="DejaVu Sans"/>
              </a:defRPr>
            </a:lvl6pPr>
            <a:lvl7pPr algn="l">
              <a:defRPr sz="2250" b="1">
                <a:solidFill>
                  <a:srgbClr val="FFFFFF"/>
                </a:solidFill>
                <a:latin typeface="DejaVu Sans"/>
                <a:ea typeface="DejaVu Sans"/>
                <a:cs typeface="DejaVu Sans"/>
              </a:defRPr>
            </a:lvl7pPr>
            <a:lvl8pPr algn="l">
              <a:defRPr sz="2250" b="1">
                <a:solidFill>
                  <a:srgbClr val="FFFFFF"/>
                </a:solidFill>
                <a:latin typeface="DejaVu Sans"/>
                <a:ea typeface="DejaVu Sans"/>
                <a:cs typeface="DejaVu Sans"/>
              </a:defRPr>
            </a:lvl8pPr>
            <a:lvl9pPr algn="l">
              <a:defRPr sz="2250" b="1">
                <a:solidFill>
                  <a:srgbClr val="FFFFFF"/>
                </a:solidFill>
                <a:latin typeface="DejaVu Sans"/>
                <a:ea typeface="DejaVu Sans"/>
                <a:cs typeface="DejaVu Sans"/>
              </a:defRPr>
            </a:lvl9pPr>
          </a:lstStyle>
          <a:p xmlns:a="http://schemas.openxmlformats.org/drawingml/2006/main">
            <a:pPr algn="l">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Equivalent payload</a:t>
            </a:r>
          </a:p>
          <a:p xmlns:a="http://schemas.openxmlformats.org/drawingml/2006/main">
            <a:pPr algn="l">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Same job identifier</a:t>
            </a:r>
          </a:p>
        </p:txBody>
      </p:sp>
      <p:sp>
        <p:nvSpPr>
          <p:cNvPr id="7" name="conflict-claim">
            <a:extLst xmlns:a="http://schemas.openxmlformats.org/drawingml/2006/main">
              <a:ext uri="{FF2B5EF4-FFF2-40B4-BE49-F238E27FC236}">
                <a16:creationId xmlns:a16="http://schemas.microsoft.com/office/drawing/2014/main" id="{16F5A0DD-4841-4694-91ED-A477ADA299D8}"/>
              </a:ext>
            </a:extLst>
          </p:cNvPr>
          <p:cNvSpPr>
            <a:spLocks xmlns:a="http://schemas.openxmlformats.org/drawingml/2006/main" noGrp="1"/>
          </p:cNvSpPr>
          <p:nvPr/>
        </p:nvSpPr>
        <p:spPr>
          <a:xfrm xmlns:a="http://schemas.openxmlformats.org/drawingml/2006/main">
            <a:off x="6877050" y="52387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1AC79"/>
                </a:solidFill>
                <a:latin typeface="DejaVu Sans"/>
                <a:ea typeface="DejaVu Sans"/>
                <a:cs typeface="DejaVu Sans"/>
              </a:defRPr>
            </a:defPPr>
            <a:lvl1pPr algn="l">
              <a:defRPr sz="2250" b="0">
                <a:solidFill>
                  <a:srgbClr val="F1AC79"/>
                </a:solidFill>
                <a:latin typeface="DejaVu Sans"/>
                <a:ea typeface="DejaVu Sans"/>
                <a:cs typeface="DejaVu Sans"/>
              </a:defRPr>
            </a:lvl1pPr>
            <a:lvl2pPr algn="l">
              <a:defRPr sz="2250" b="0">
                <a:solidFill>
                  <a:srgbClr val="F1AC79"/>
                </a:solidFill>
                <a:latin typeface="DejaVu Sans"/>
                <a:ea typeface="DejaVu Sans"/>
                <a:cs typeface="DejaVu Sans"/>
              </a:defRPr>
            </a:lvl2pPr>
            <a:lvl3pPr algn="l">
              <a:defRPr sz="2250" b="0">
                <a:solidFill>
                  <a:srgbClr val="F1AC79"/>
                </a:solidFill>
                <a:latin typeface="DejaVu Sans"/>
                <a:ea typeface="DejaVu Sans"/>
                <a:cs typeface="DejaVu Sans"/>
              </a:defRPr>
            </a:lvl3pPr>
            <a:lvl4pPr algn="l">
              <a:defRPr sz="2250" b="0">
                <a:solidFill>
                  <a:srgbClr val="F1AC79"/>
                </a:solidFill>
                <a:latin typeface="DejaVu Sans"/>
                <a:ea typeface="DejaVu Sans"/>
                <a:cs typeface="DejaVu Sans"/>
              </a:defRPr>
            </a:lvl4pPr>
            <a:lvl5pPr algn="l">
              <a:defRPr sz="2250" b="0">
                <a:solidFill>
                  <a:srgbClr val="F1AC79"/>
                </a:solidFill>
                <a:latin typeface="DejaVu Sans"/>
                <a:ea typeface="DejaVu Sans"/>
                <a:cs typeface="DejaVu Sans"/>
              </a:defRPr>
            </a:lvl5pPr>
            <a:lvl6pPr algn="l">
              <a:defRPr sz="2250" b="0">
                <a:solidFill>
                  <a:srgbClr val="F1AC79"/>
                </a:solidFill>
                <a:latin typeface="DejaVu Sans"/>
                <a:ea typeface="DejaVu Sans"/>
                <a:cs typeface="DejaVu Sans"/>
              </a:defRPr>
            </a:lvl6pPr>
            <a:lvl7pPr algn="l">
              <a:defRPr sz="2250" b="0">
                <a:solidFill>
                  <a:srgbClr val="F1AC79"/>
                </a:solidFill>
                <a:latin typeface="DejaVu Sans"/>
                <a:ea typeface="DejaVu Sans"/>
                <a:cs typeface="DejaVu Sans"/>
              </a:defRPr>
            </a:lvl7pPr>
            <a:lvl8pPr algn="l">
              <a:defRPr sz="2250" b="0">
                <a:solidFill>
                  <a:srgbClr val="F1AC79"/>
                </a:solidFill>
                <a:latin typeface="DejaVu Sans"/>
                <a:ea typeface="DejaVu Sans"/>
                <a:cs typeface="DejaVu Sans"/>
              </a:defRPr>
            </a:lvl8pPr>
            <a:lvl9pPr algn="l">
              <a:defRPr sz="2250" b="0">
                <a:solidFill>
                  <a:srgbClr val="F1AC79"/>
                </a:solidFill>
                <a:latin typeface="DejaVu Sans"/>
                <a:ea typeface="DejaVu Sans"/>
                <a:cs typeface="DejaVu Sans"/>
              </a:defRPr>
            </a:lvl9pPr>
          </a:lstStyle>
          <a:p xmlns:a="http://schemas.openxmlformats.org/drawingml/2006/main">
            <a:pPr algn="l">
              <a:defRPr sz="2250" b="0">
                <a:solidFill>
                  <a:srgbClr val="F1AC79"/>
                </a:solidFill>
                <a:latin typeface="DejaVu Sans"/>
                <a:ea typeface="DejaVu Sans"/>
                <a:cs typeface="DejaVu Sans"/>
              </a:defRPr>
            </a:pPr>
            <a:r>
              <a:rPr sz="2250" b="0">
                <a:solidFill>
                  <a:srgbClr val="F1AC79"/>
                </a:solidFill>
                <a:latin typeface="DejaVu Sans"/>
                <a:ea typeface="DejaVu Sans"/>
                <a:cs typeface="DejaVu Sans"/>
              </a:rPr>
              <a:t>Different payload</a:t>
            </a:r>
          </a:p>
          <a:p xmlns:a="http://schemas.openxmlformats.org/drawingml/2006/main">
            <a:pPr algn="l">
              <a:defRPr sz="2250" b="0">
                <a:solidFill>
                  <a:srgbClr val="F1AC79"/>
                </a:solidFill>
                <a:latin typeface="DejaVu Sans"/>
                <a:ea typeface="DejaVu Sans"/>
                <a:cs typeface="DejaVu Sans"/>
              </a:defRPr>
            </a:pPr>
            <a:r>
              <a:rPr sz="2250" b="0">
                <a:solidFill>
                  <a:srgbClr val="F1AC79"/>
                </a:solidFill>
                <a:latin typeface="DejaVu Sans"/>
                <a:ea typeface="DejaVu Sans"/>
                <a:cs typeface="DejaVu Sans"/>
              </a:rPr>
              <a:t>Conflict response</a:t>
            </a:r>
          </a:p>
        </p:txBody>
      </p:sp>
    </p:spTree>
    <p:extLst>
      <p:ext uri="{BB962C8B-B14F-4D97-AF65-F5344CB8AC3E}">
        <p14:creationId xmlns:p14="http://schemas.microsoft.com/office/powerpoint/2010/main" val="1567469803"/>
      </p:ext>
    </p:extLst>
  </p:cSld>
</p:sld>
</file>

<file path=ppt/slides/slide12.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42D9FC7-9737-4D99-B3C0-DA26CFCF9F7A}"/>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The warrant determines the implementation</a:t>
            </a:r>
          </a:p>
        </p:txBody>
      </p:sp>
      <p:sp>
        <p:nvSpPr>
          <p:cNvPr id="3" name="warrant-text">
            <a:extLst xmlns:a="http://schemas.openxmlformats.org/drawingml/2006/main">
              <a:ext uri="{FF2B5EF4-FFF2-40B4-BE49-F238E27FC236}">
                <a16:creationId xmlns:a16="http://schemas.microsoft.com/office/drawing/2014/main" id="{7780DEDE-F044-49FD-A20F-9174F66C8F5A}"/>
              </a:ext>
            </a:extLst>
          </p:cNvPr>
          <p:cNvSpPr>
            <a:spLocks xmlns:a="http://schemas.openxmlformats.org/drawingml/2006/main" noGrp="1"/>
          </p:cNvSpPr>
          <p:nvPr/>
        </p:nvSpPr>
        <p:spPr>
          <a:xfrm xmlns:a="http://schemas.openxmlformats.org/drawingml/2006/main">
            <a:off x="609600" y="1619250"/>
            <a:ext cx="109061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82731"/>
                </a:solidFill>
                <a:latin typeface="DejaVu Sans"/>
                <a:ea typeface="DejaVu Sans"/>
                <a:cs typeface="DejaVu Sans"/>
              </a:defRPr>
            </a:defPPr>
            <a:lvl1pPr algn="l">
              <a:defRPr sz="2925" b="1">
                <a:solidFill>
                  <a:srgbClr val="182731"/>
                </a:solidFill>
                <a:latin typeface="DejaVu Sans"/>
                <a:ea typeface="DejaVu Sans"/>
                <a:cs typeface="DejaVu Sans"/>
              </a:defRPr>
            </a:lvl1pPr>
            <a:lvl2pPr algn="l">
              <a:defRPr sz="2925" b="1">
                <a:solidFill>
                  <a:srgbClr val="182731"/>
                </a:solidFill>
                <a:latin typeface="DejaVu Sans"/>
                <a:ea typeface="DejaVu Sans"/>
                <a:cs typeface="DejaVu Sans"/>
              </a:defRPr>
            </a:lvl2pPr>
            <a:lvl3pPr algn="l">
              <a:defRPr sz="2925" b="1">
                <a:solidFill>
                  <a:srgbClr val="182731"/>
                </a:solidFill>
                <a:latin typeface="DejaVu Sans"/>
                <a:ea typeface="DejaVu Sans"/>
                <a:cs typeface="DejaVu Sans"/>
              </a:defRPr>
            </a:lvl3pPr>
            <a:lvl4pPr algn="l">
              <a:defRPr sz="2925" b="1">
                <a:solidFill>
                  <a:srgbClr val="182731"/>
                </a:solidFill>
                <a:latin typeface="DejaVu Sans"/>
                <a:ea typeface="DejaVu Sans"/>
                <a:cs typeface="DejaVu Sans"/>
              </a:defRPr>
            </a:lvl4pPr>
            <a:lvl5pPr algn="l">
              <a:defRPr sz="2925" b="1">
                <a:solidFill>
                  <a:srgbClr val="182731"/>
                </a:solidFill>
                <a:latin typeface="DejaVu Sans"/>
                <a:ea typeface="DejaVu Sans"/>
                <a:cs typeface="DejaVu Sans"/>
              </a:defRPr>
            </a:lvl5pPr>
            <a:lvl6pPr algn="l">
              <a:defRPr sz="2925" b="1">
                <a:solidFill>
                  <a:srgbClr val="182731"/>
                </a:solidFill>
                <a:latin typeface="DejaVu Sans"/>
                <a:ea typeface="DejaVu Sans"/>
                <a:cs typeface="DejaVu Sans"/>
              </a:defRPr>
            </a:lvl6pPr>
            <a:lvl7pPr algn="l">
              <a:defRPr sz="2925" b="1">
                <a:solidFill>
                  <a:srgbClr val="182731"/>
                </a:solidFill>
                <a:latin typeface="DejaVu Sans"/>
                <a:ea typeface="DejaVu Sans"/>
                <a:cs typeface="DejaVu Sans"/>
              </a:defRPr>
            </a:lvl7pPr>
            <a:lvl8pPr algn="l">
              <a:defRPr sz="2925" b="1">
                <a:solidFill>
                  <a:srgbClr val="182731"/>
                </a:solidFill>
                <a:latin typeface="DejaVu Sans"/>
                <a:ea typeface="DejaVu Sans"/>
                <a:cs typeface="DejaVu Sans"/>
              </a:defRPr>
            </a:lvl8pPr>
            <a:lvl9pPr algn="l">
              <a:defRPr sz="2925" b="1">
                <a:solidFill>
                  <a:srgbClr val="182731"/>
                </a:solidFill>
                <a:latin typeface="DejaVu Sans"/>
                <a:ea typeface="DejaVu Sans"/>
                <a:cs typeface="DejaVu Sans"/>
              </a:defRPr>
            </a:lvl9pPr>
          </a:lstStyle>
          <a:p xmlns:a="http://schemas.openxmlformats.org/drawingml/2006/main">
            <a:pPr algn="l">
              <a:defRPr sz="2925" b="1">
                <a:solidFill>
                  <a:srgbClr val="182731"/>
                </a:solidFill>
                <a:latin typeface="DejaVu Sans"/>
                <a:ea typeface="DejaVu Sans"/>
                <a:cs typeface="DejaVu Sans"/>
              </a:defRPr>
            </a:pPr>
            <a:r>
              <a:rPr sz="2925" b="1">
                <a:solidFill>
                  <a:srgbClr val="182731"/>
                </a:solidFill>
                <a:latin typeface="DejaVu Sans"/>
                <a:ea typeface="DejaVu Sans"/>
                <a:cs typeface="DejaVu Sans"/>
              </a:rPr>
              <a:t>A shared uniqueness rule prevents competing</a:t>
            </a:r>
          </a:p>
          <a:p xmlns:a="http://schemas.openxmlformats.org/drawingml/2006/main">
            <a:pPr algn="l">
              <a:defRPr sz="2925" b="1">
                <a:solidFill>
                  <a:srgbClr val="182731"/>
                </a:solidFill>
                <a:latin typeface="DejaVu Sans"/>
                <a:ea typeface="DejaVu Sans"/>
                <a:cs typeface="DejaVu Sans"/>
              </a:defRPr>
            </a:pPr>
            <a:r>
              <a:rPr sz="2925" b="1">
                <a:solidFill>
                  <a:srgbClr val="182731"/>
                </a:solidFill>
                <a:latin typeface="DejaVu Sans"/>
                <a:ea typeface="DejaVu Sans"/>
                <a:cs typeface="DejaVu Sans"/>
              </a:rPr>
              <a:t>creations for the same active identity.</a:t>
            </a:r>
          </a:p>
        </p:txBody>
      </p:sp>
      <p:sp>
        <p:nvSpPr>
          <p:cNvPr id="4" name="identity">
            <a:extLst xmlns:a="http://schemas.openxmlformats.org/drawingml/2006/main">
              <a:ext uri="{FF2B5EF4-FFF2-40B4-BE49-F238E27FC236}">
                <a16:creationId xmlns:a16="http://schemas.microsoft.com/office/drawing/2014/main" id="{926D7F32-08FD-40D0-B204-55AF7D844700}"/>
              </a:ext>
            </a:extLst>
          </p:cNvPr>
          <p:cNvSpPr>
            <a:spLocks xmlns:a="http://schemas.openxmlformats.org/drawingml/2006/main" noGrp="1"/>
          </p:cNvSpPr>
          <p:nvPr/>
        </p:nvSpPr>
        <p:spPr>
          <a:xfrm xmlns:a="http://schemas.openxmlformats.org/drawingml/2006/main">
            <a:off x="609600" y="3429000"/>
            <a:ext cx="3143250" cy="1047750"/>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Tenant and request key</a:t>
            </a:r>
          </a:p>
        </p:txBody>
      </p:sp>
      <p:sp>
        <p:nvSpPr>
          <p:cNvPr id="5" name="payload">
            <a:extLst xmlns:a="http://schemas.openxmlformats.org/drawingml/2006/main">
              <a:ext uri="{FF2B5EF4-FFF2-40B4-BE49-F238E27FC236}">
                <a16:creationId xmlns:a16="http://schemas.microsoft.com/office/drawing/2014/main" id="{BC66352B-3DD4-4C55-BE70-9A6767645C75}"/>
              </a:ext>
            </a:extLst>
          </p:cNvPr>
          <p:cNvSpPr>
            <a:spLocks xmlns:a="http://schemas.openxmlformats.org/drawingml/2006/main" noGrp="1"/>
          </p:cNvSpPr>
          <p:nvPr/>
        </p:nvSpPr>
        <p:spPr>
          <a:xfrm xmlns:a="http://schemas.openxmlformats.org/drawingml/2006/main">
            <a:off x="4524375" y="3429000"/>
            <a:ext cx="3143250" cy="1047750"/>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Payload identity and expiry</a:t>
            </a:r>
          </a:p>
        </p:txBody>
      </p:sp>
      <p:sp>
        <p:nvSpPr>
          <p:cNvPr id="6" name="job">
            <a:extLst xmlns:a="http://schemas.openxmlformats.org/drawingml/2006/main">
              <a:ext uri="{FF2B5EF4-FFF2-40B4-BE49-F238E27FC236}">
                <a16:creationId xmlns:a16="http://schemas.microsoft.com/office/drawing/2014/main" id="{0EE5870C-9E11-407A-954A-F6AA7C225616}"/>
              </a:ext>
            </a:extLst>
          </p:cNvPr>
          <p:cNvSpPr>
            <a:spLocks xmlns:a="http://schemas.openxmlformats.org/drawingml/2006/main" noGrp="1"/>
          </p:cNvSpPr>
          <p:nvPr/>
        </p:nvSpPr>
        <p:spPr>
          <a:xfrm xmlns:a="http://schemas.openxmlformats.org/drawingml/2006/main">
            <a:off x="8439150" y="3429000"/>
            <a:ext cx="3143250" cy="1047750"/>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Durable job identifier</a:t>
            </a:r>
          </a:p>
        </p:txBody>
      </p:sp>
      <p:sp>
        <p:nvSpPr>
          <p:cNvPr id="7" name="atomicity">
            <a:extLst xmlns:a="http://schemas.openxmlformats.org/drawingml/2006/main">
              <a:ext uri="{FF2B5EF4-FFF2-40B4-BE49-F238E27FC236}">
                <a16:creationId xmlns:a16="http://schemas.microsoft.com/office/drawing/2014/main" id="{0B888F86-84C0-40F6-B22D-726065D65B08}"/>
              </a:ext>
            </a:extLst>
          </p:cNvPr>
          <p:cNvSpPr>
            <a:spLocks xmlns:a="http://schemas.openxmlformats.org/drawingml/2006/main" noGrp="1"/>
          </p:cNvSpPr>
          <p:nvPr/>
        </p:nvSpPr>
        <p:spPr>
          <a:xfrm xmlns:a="http://schemas.openxmlformats.org/drawingml/2006/main">
            <a:off x="609600" y="50196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50" b="1">
                <a:solidFill>
                  <a:srgbClr val="182731"/>
                </a:solidFill>
                <a:latin typeface="DejaVu Sans"/>
                <a:ea typeface="DejaVu Sans"/>
                <a:cs typeface="DejaVu Sans"/>
              </a:defRPr>
            </a:defPPr>
            <a:lvl1pPr algn="ctr">
              <a:defRPr sz="2550" b="1">
                <a:solidFill>
                  <a:srgbClr val="182731"/>
                </a:solidFill>
                <a:latin typeface="DejaVu Sans"/>
                <a:ea typeface="DejaVu Sans"/>
                <a:cs typeface="DejaVu Sans"/>
              </a:defRPr>
            </a:lvl1pPr>
            <a:lvl2pPr algn="ctr">
              <a:defRPr sz="2550" b="1">
                <a:solidFill>
                  <a:srgbClr val="182731"/>
                </a:solidFill>
                <a:latin typeface="DejaVu Sans"/>
                <a:ea typeface="DejaVu Sans"/>
                <a:cs typeface="DejaVu Sans"/>
              </a:defRPr>
            </a:lvl2pPr>
            <a:lvl3pPr algn="ctr">
              <a:defRPr sz="2550" b="1">
                <a:solidFill>
                  <a:srgbClr val="182731"/>
                </a:solidFill>
                <a:latin typeface="DejaVu Sans"/>
                <a:ea typeface="DejaVu Sans"/>
                <a:cs typeface="DejaVu Sans"/>
              </a:defRPr>
            </a:lvl3pPr>
            <a:lvl4pPr algn="ctr">
              <a:defRPr sz="2550" b="1">
                <a:solidFill>
                  <a:srgbClr val="182731"/>
                </a:solidFill>
                <a:latin typeface="DejaVu Sans"/>
                <a:ea typeface="DejaVu Sans"/>
                <a:cs typeface="DejaVu Sans"/>
              </a:defRPr>
            </a:lvl4pPr>
            <a:lvl5pPr algn="ctr">
              <a:defRPr sz="2550" b="1">
                <a:solidFill>
                  <a:srgbClr val="182731"/>
                </a:solidFill>
                <a:latin typeface="DejaVu Sans"/>
                <a:ea typeface="DejaVu Sans"/>
                <a:cs typeface="DejaVu Sans"/>
              </a:defRPr>
            </a:lvl5pPr>
            <a:lvl6pPr algn="ctr">
              <a:defRPr sz="2550" b="1">
                <a:solidFill>
                  <a:srgbClr val="182731"/>
                </a:solidFill>
                <a:latin typeface="DejaVu Sans"/>
                <a:ea typeface="DejaVu Sans"/>
                <a:cs typeface="DejaVu Sans"/>
              </a:defRPr>
            </a:lvl6pPr>
            <a:lvl7pPr algn="ctr">
              <a:defRPr sz="2550" b="1">
                <a:solidFill>
                  <a:srgbClr val="182731"/>
                </a:solidFill>
                <a:latin typeface="DejaVu Sans"/>
                <a:ea typeface="DejaVu Sans"/>
                <a:cs typeface="DejaVu Sans"/>
              </a:defRPr>
            </a:lvl7pPr>
            <a:lvl8pPr algn="ctr">
              <a:defRPr sz="2550" b="1">
                <a:solidFill>
                  <a:srgbClr val="182731"/>
                </a:solidFill>
                <a:latin typeface="DejaVu Sans"/>
                <a:ea typeface="DejaVu Sans"/>
                <a:cs typeface="DejaVu Sans"/>
              </a:defRPr>
            </a:lvl8pPr>
            <a:lvl9pPr algn="ctr">
              <a:defRPr sz="2550" b="1">
                <a:solidFill>
                  <a:srgbClr val="182731"/>
                </a:solidFill>
                <a:latin typeface="DejaVu Sans"/>
                <a:ea typeface="DejaVu Sans"/>
                <a:cs typeface="DejaVu Sans"/>
              </a:defRPr>
            </a:lvl9pPr>
          </a:lstStyle>
          <a:p xmlns:a="http://schemas.openxmlformats.org/drawingml/2006/main">
            <a:pPr algn="ctr">
              <a:defRPr sz="2550" b="1">
                <a:solidFill>
                  <a:srgbClr val="182731"/>
                </a:solidFill>
                <a:latin typeface="DejaVu Sans"/>
                <a:ea typeface="DejaVu Sans"/>
                <a:cs typeface="DejaVu Sans"/>
              </a:defRPr>
            </a:pPr>
            <a:r>
              <a:rPr sz="2550" b="1">
                <a:solidFill>
                  <a:srgbClr val="182731"/>
                </a:solidFill>
                <a:latin typeface="DejaVu Sans"/>
                <a:ea typeface="DejaVu Sans"/>
                <a:cs typeface="DejaVu Sans"/>
              </a:rPr>
              <a:t>One atomic persistence operation</a:t>
            </a:r>
          </a:p>
        </p:txBody>
      </p:sp>
      <p:sp>
        <p:nvSpPr>
          <p:cNvPr id="8" name="dependency">
            <a:extLst xmlns:a="http://schemas.openxmlformats.org/drawingml/2006/main">
              <a:ext uri="{FF2B5EF4-FFF2-40B4-BE49-F238E27FC236}">
                <a16:creationId xmlns:a16="http://schemas.microsoft.com/office/drawing/2014/main" id="{5624836A-2AE8-4F2B-8088-FDF0C134D31B}"/>
              </a:ext>
            </a:extLst>
          </p:cNvPr>
          <p:cNvSpPr>
            <a:spLocks xmlns:a="http://schemas.openxmlformats.org/drawingml/2006/main" noGrp="1"/>
          </p:cNvSpPr>
          <p:nvPr/>
        </p:nvSpPr>
        <p:spPr>
          <a:xfrm xmlns:a="http://schemas.openxmlformats.org/drawingml/2006/main">
            <a:off x="609600" y="5953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56873"/>
                </a:solidFill>
                <a:latin typeface="DejaVu Sans"/>
                <a:ea typeface="DejaVu Sans"/>
                <a:cs typeface="DejaVu Sans"/>
              </a:defRPr>
            </a:defPPr>
            <a:lvl1pPr algn="l">
              <a:defRPr sz="1800" b="0">
                <a:solidFill>
                  <a:srgbClr val="556873"/>
                </a:solidFill>
                <a:latin typeface="DejaVu Sans"/>
                <a:ea typeface="DejaVu Sans"/>
                <a:cs typeface="DejaVu Sans"/>
              </a:defRPr>
            </a:lvl1pPr>
            <a:lvl2pPr algn="l">
              <a:defRPr sz="1800" b="0">
                <a:solidFill>
                  <a:srgbClr val="556873"/>
                </a:solidFill>
                <a:latin typeface="DejaVu Sans"/>
                <a:ea typeface="DejaVu Sans"/>
                <a:cs typeface="DejaVu Sans"/>
              </a:defRPr>
            </a:lvl2pPr>
            <a:lvl3pPr algn="l">
              <a:defRPr sz="1800" b="0">
                <a:solidFill>
                  <a:srgbClr val="556873"/>
                </a:solidFill>
                <a:latin typeface="DejaVu Sans"/>
                <a:ea typeface="DejaVu Sans"/>
                <a:cs typeface="DejaVu Sans"/>
              </a:defRPr>
            </a:lvl3pPr>
            <a:lvl4pPr algn="l">
              <a:defRPr sz="1800" b="0">
                <a:solidFill>
                  <a:srgbClr val="556873"/>
                </a:solidFill>
                <a:latin typeface="DejaVu Sans"/>
                <a:ea typeface="DejaVu Sans"/>
                <a:cs typeface="DejaVu Sans"/>
              </a:defRPr>
            </a:lvl4pPr>
            <a:lvl5pPr algn="l">
              <a:defRPr sz="1800" b="0">
                <a:solidFill>
                  <a:srgbClr val="556873"/>
                </a:solidFill>
                <a:latin typeface="DejaVu Sans"/>
                <a:ea typeface="DejaVu Sans"/>
                <a:cs typeface="DejaVu Sans"/>
              </a:defRPr>
            </a:lvl5pPr>
            <a:lvl6pPr algn="l">
              <a:defRPr sz="1800" b="0">
                <a:solidFill>
                  <a:srgbClr val="556873"/>
                </a:solidFill>
                <a:latin typeface="DejaVu Sans"/>
                <a:ea typeface="DejaVu Sans"/>
                <a:cs typeface="DejaVu Sans"/>
              </a:defRPr>
            </a:lvl6pPr>
            <a:lvl7pPr algn="l">
              <a:defRPr sz="1800" b="0">
                <a:solidFill>
                  <a:srgbClr val="556873"/>
                </a:solidFill>
                <a:latin typeface="DejaVu Sans"/>
                <a:ea typeface="DejaVu Sans"/>
                <a:cs typeface="DejaVu Sans"/>
              </a:defRPr>
            </a:lvl7pPr>
            <a:lvl8pPr algn="l">
              <a:defRPr sz="1800" b="0">
                <a:solidFill>
                  <a:srgbClr val="556873"/>
                </a:solidFill>
                <a:latin typeface="DejaVu Sans"/>
                <a:ea typeface="DejaVu Sans"/>
                <a:cs typeface="DejaVu Sans"/>
              </a:defRPr>
            </a:lvl8pPr>
            <a:lvl9pPr algn="l">
              <a:defRPr sz="1800" b="0">
                <a:solidFill>
                  <a:srgbClr val="556873"/>
                </a:solidFill>
                <a:latin typeface="DejaVu Sans"/>
                <a:ea typeface="DejaVu Sans"/>
                <a:cs typeface="DejaVu Sans"/>
              </a:defRPr>
            </a:lvl9pPr>
          </a:lstStyle>
          <a:p xmlns:a="http://schemas.openxmlformats.org/drawingml/2006/main">
            <a:pPr algn="l">
              <a:defRPr sz="1800" b="0">
                <a:solidFill>
                  <a:srgbClr val="556873"/>
                </a:solidFill>
                <a:latin typeface="DejaVu Sans"/>
                <a:ea typeface="DejaVu Sans"/>
                <a:cs typeface="DejaVu Sans"/>
              </a:defRPr>
            </a:pPr>
            <a:r>
              <a:rPr sz="1800" b="0">
                <a:solidFill>
                  <a:srgbClr val="556873"/>
                </a:solidFill>
                <a:latin typeface="DejaVu Sans"/>
                <a:ea typeface="DejaVu Sans"/>
                <a:cs typeface="DejaVu Sans"/>
              </a:rPr>
              <a:t>The argument depends on the datastore’s uniqueness and durability guarantees.</a:t>
            </a:r>
          </a:p>
        </p:txBody>
      </p:sp>
    </p:spTree>
    <p:extLst>
      <p:ext uri="{BB962C8B-B14F-4D97-AF65-F5344CB8AC3E}">
        <p14:creationId xmlns:p14="http://schemas.microsoft.com/office/powerpoint/2010/main" val="526170715"/>
      </p:ext>
    </p:extLst>
  </p:cSld>
</p:sld>
</file>

<file path=ppt/slides/slide13.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544D8B6-B9FD-4BD1-AF34-2F164C3A4583}"/>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Evidence follows the failure conditions</a:t>
            </a:r>
          </a:p>
        </p:txBody>
      </p:sp>
      <p:graphicFrame>
        <p:nvGraphicFramePr>
          <p:cNvPr id="3" name="">
            <a:extLst xmlns:a="http://schemas.openxmlformats.org/drawingml/2006/main">
              <a:ext uri="{FF2B5EF4-FFF2-40B4-BE49-F238E27FC236}">
                <a16:creationId xmlns:a16="http://schemas.microsoft.com/office/drawing/2014/main" id="{574E409B-141F-4D06-BD73-F52C65E96CFC}"/>
              </a:ext>
            </a:extLst>
          </p:cNvPr>
          <p:cNvGraphicFramePr/>
          <p:nvPr/>
        </p:nvGraphicFramePr>
        <p:xfrm>
          <a:off xmlns:a="http://schemas.openxmlformats.org/drawingml/2006/main" x="609600" y="1619250"/>
          <a:ext xmlns:a="http://schemas.openxmlformats.org/drawingml/2006/main" cx="10972800" cy="4048125"/>
        </p:xfrm>
        <a:graphic xmlns:a="http://schemas.openxmlformats.org/drawingml/2006/main">
          <a:graphicData uri="http://schemas.openxmlformats.org/drawingml/2006/table">
            <a:tbl>
              <a:tblPr/>
              <a:tblGrid>
                <a:gridCol w="4953000"/>
                <a:gridCol w="6019800"/>
              </a:tblGrid>
              <a:tr h="674688">
                <a:tc>
                  <a:txBody>
                    <a:bodyPr lIns="114300" tIns="114300" rIns="114300" bIns="114300"/>
                    <a:lstStyle/>
                    <a:p>
                      <a:r>
                        <a:rPr sz="1725" b="1">
                          <a:solidFill>
                            <a:srgbClr val="FFFFFF"/>
                          </a:solidFill>
                          <a:latin typeface="DejaVu Sans"/>
                          <a:ea typeface="DejaVu Sans"/>
                          <a:cs typeface="DejaVu Sans"/>
                        </a:rPr>
                        <a:t>Check</a:t>
                      </a:r>
                    </a:p>
                  </a:txBody>
                  <a:tcPr marL="91440" marR="91440" marT="45720" marB="45720" anchor="ctr">
                    <a:lnL w="9525">
                      <a:solidFill>
                        <a:srgbClr val="D0D8D7"/>
                      </a:solidFill>
                      <a:prstDash val="solid"/>
                    </a:lnL>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c>
                  <a:txBody>
                    <a:bodyPr lIns="114300" tIns="114300" rIns="114300" bIns="114300"/>
                    <a:lstStyle/>
                    <a:p>
                      <a:r>
                        <a:rPr sz="1725" b="1">
                          <a:solidFill>
                            <a:srgbClr val="FFFFFF"/>
                          </a:solidFill>
                          <a:latin typeface="DejaVu Sans"/>
                          <a:ea typeface="DejaVu Sans"/>
                          <a:cs typeface="DejaVu Sans"/>
                        </a:rPr>
                        <a:t>Required observation</a:t>
                      </a:r>
                    </a:p>
                  </a:txBody>
                  <a:tcPr marL="91440" marR="91440" marT="45720" marB="45720" anchor="ctr">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r>
              <a:tr h="674688">
                <a:tc>
                  <a:txBody>
                    <a:bodyPr lIns="114300" tIns="114300" rIns="114300" bIns="114300"/>
                    <a:lstStyle/>
                    <a:p>
                      <a:r>
                        <a:rPr sz="1725" b="0">
                          <a:solidFill>
                            <a:srgbClr val="182731"/>
                          </a:solidFill>
                          <a:latin typeface="DejaVu Sans"/>
                          <a:ea typeface="DejaVu Sans"/>
                          <a:cs typeface="DejaVu Sans"/>
                        </a:rPr>
                        <a:t>Concurrent equivalent submissions</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One durable job and one returned identity</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74688">
                <a:tc>
                  <a:txBody>
                    <a:bodyPr lIns="114300" tIns="114300" rIns="114300" bIns="114300"/>
                    <a:lstStyle/>
                    <a:p>
                      <a:r>
                        <a:rPr sz="1725" b="0">
                          <a:solidFill>
                            <a:srgbClr val="182731"/>
                          </a:solidFill>
                          <a:latin typeface="DejaVu Sans"/>
                          <a:ea typeface="DejaVu Sans"/>
                          <a:cs typeface="DejaVu Sans"/>
                        </a:rPr>
                        <a:t>Committed job with a lost response</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A retry recovers the same job identifier</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74688">
                <a:tc>
                  <a:txBody>
                    <a:bodyPr lIns="114300" tIns="114300" rIns="114300" bIns="114300"/>
                    <a:lstStyle/>
                    <a:p>
                      <a:r>
                        <a:rPr sz="1725" b="0">
                          <a:solidFill>
                            <a:srgbClr val="182731"/>
                          </a:solidFill>
                          <a:latin typeface="DejaVu Sans"/>
                          <a:ea typeface="DejaVu Sans"/>
                          <a:cs typeface="DejaVu Sans"/>
                        </a:rPr>
                        <a:t>Concurrent incompatible payloads</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One creation and explicit conflicts</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74688">
                <a:tc>
                  <a:txBody>
                    <a:bodyPr lIns="114300" tIns="114300" rIns="114300" bIns="114300"/>
                    <a:lstStyle/>
                    <a:p>
                      <a:r>
                        <a:rPr sz="1725" b="0">
                          <a:solidFill>
                            <a:srgbClr val="182731"/>
                          </a:solidFill>
                          <a:latin typeface="DejaVu Sans"/>
                          <a:ea typeface="DejaVu Sans"/>
                          <a:cs typeface="DejaVu Sans"/>
                        </a:rPr>
                        <a:t>Restart across transaction boundaries</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Documented committed or uncommitted outcome</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674688">
                <a:tc>
                  <a:txBody>
                    <a:bodyPr lIns="114300" tIns="114300" rIns="114300" bIns="114300"/>
                    <a:lstStyle/>
                    <a:p>
                      <a:r>
                        <a:rPr sz="1725" b="0">
                          <a:solidFill>
                            <a:srgbClr val="182731"/>
                          </a:solidFill>
                          <a:latin typeface="DejaVu Sans"/>
                          <a:ea typeface="DejaVu Sans"/>
                          <a:cs typeface="DejaVu Sans"/>
                        </a:rPr>
                        <a:t>Submissions around expiry</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Behaviour follows the defined time boundary</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bl>
          </a:graphicData>
        </a:graphic>
      </p:graphicFrame>
      <p:sp>
        <p:nvSpPr>
          <p:cNvPr id="4" name="status">
            <a:extLst xmlns:a="http://schemas.openxmlformats.org/drawingml/2006/main">
              <a:ext uri="{FF2B5EF4-FFF2-40B4-BE49-F238E27FC236}">
                <a16:creationId xmlns:a16="http://schemas.microsoft.com/office/drawing/2014/main" id="{7722CDA3-0A6A-4607-8DC0-4D41B39BD8EC}"/>
              </a:ext>
            </a:extLst>
          </p:cNvPr>
          <p:cNvSpPr>
            <a:spLocks xmlns:a="http://schemas.openxmlformats.org/drawingml/2006/main" noGrp="1"/>
          </p:cNvSpPr>
          <p:nvPr/>
        </p:nvSpPr>
        <p:spPr>
          <a:xfrm xmlns:a="http://schemas.openxmlformats.org/drawingml/2006/main">
            <a:off x="609600" y="5953125"/>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56873"/>
                </a:solidFill>
                <a:latin typeface="DejaVu Sans"/>
                <a:ea typeface="DejaVu Sans"/>
                <a:cs typeface="DejaVu Sans"/>
              </a:defRPr>
            </a:defPPr>
            <a:lvl1pPr algn="l">
              <a:defRPr sz="1875" b="0">
                <a:solidFill>
                  <a:srgbClr val="556873"/>
                </a:solidFill>
                <a:latin typeface="DejaVu Sans"/>
                <a:ea typeface="DejaVu Sans"/>
                <a:cs typeface="DejaVu Sans"/>
              </a:defRPr>
            </a:lvl1pPr>
            <a:lvl2pPr algn="l">
              <a:defRPr sz="1875" b="0">
                <a:solidFill>
                  <a:srgbClr val="556873"/>
                </a:solidFill>
                <a:latin typeface="DejaVu Sans"/>
                <a:ea typeface="DejaVu Sans"/>
                <a:cs typeface="DejaVu Sans"/>
              </a:defRPr>
            </a:lvl2pPr>
            <a:lvl3pPr algn="l">
              <a:defRPr sz="1875" b="0">
                <a:solidFill>
                  <a:srgbClr val="556873"/>
                </a:solidFill>
                <a:latin typeface="DejaVu Sans"/>
                <a:ea typeface="DejaVu Sans"/>
                <a:cs typeface="DejaVu Sans"/>
              </a:defRPr>
            </a:lvl3pPr>
            <a:lvl4pPr algn="l">
              <a:defRPr sz="1875" b="0">
                <a:solidFill>
                  <a:srgbClr val="556873"/>
                </a:solidFill>
                <a:latin typeface="DejaVu Sans"/>
                <a:ea typeface="DejaVu Sans"/>
                <a:cs typeface="DejaVu Sans"/>
              </a:defRPr>
            </a:lvl4pPr>
            <a:lvl5pPr algn="l">
              <a:defRPr sz="1875" b="0">
                <a:solidFill>
                  <a:srgbClr val="556873"/>
                </a:solidFill>
                <a:latin typeface="DejaVu Sans"/>
                <a:ea typeface="DejaVu Sans"/>
                <a:cs typeface="DejaVu Sans"/>
              </a:defRPr>
            </a:lvl5pPr>
            <a:lvl6pPr algn="l">
              <a:defRPr sz="1875" b="0">
                <a:solidFill>
                  <a:srgbClr val="556873"/>
                </a:solidFill>
                <a:latin typeface="DejaVu Sans"/>
                <a:ea typeface="DejaVu Sans"/>
                <a:cs typeface="DejaVu Sans"/>
              </a:defRPr>
            </a:lvl6pPr>
            <a:lvl7pPr algn="l">
              <a:defRPr sz="1875" b="0">
                <a:solidFill>
                  <a:srgbClr val="556873"/>
                </a:solidFill>
                <a:latin typeface="DejaVu Sans"/>
                <a:ea typeface="DejaVu Sans"/>
                <a:cs typeface="DejaVu Sans"/>
              </a:defRPr>
            </a:lvl7pPr>
            <a:lvl8pPr algn="l">
              <a:defRPr sz="1875" b="0">
                <a:solidFill>
                  <a:srgbClr val="556873"/>
                </a:solidFill>
                <a:latin typeface="DejaVu Sans"/>
                <a:ea typeface="DejaVu Sans"/>
                <a:cs typeface="DejaVu Sans"/>
              </a:defRPr>
            </a:lvl8pPr>
            <a:lvl9pPr algn="l">
              <a:defRPr sz="1875" b="0">
                <a:solidFill>
                  <a:srgbClr val="556873"/>
                </a:solidFill>
                <a:latin typeface="DejaVu Sans"/>
                <a:ea typeface="DejaVu Sans"/>
                <a:cs typeface="DejaVu Sans"/>
              </a:defRPr>
            </a:lvl9pPr>
          </a:lstStyle>
          <a:p xmlns:a="http://schemas.openxmlformats.org/drawingml/2006/main">
            <a:pPr algn="l">
              <a:defRPr sz="1875" b="0">
                <a:solidFill>
                  <a:srgbClr val="556873"/>
                </a:solidFill>
                <a:latin typeface="DejaVu Sans"/>
                <a:ea typeface="DejaVu Sans"/>
                <a:cs typeface="DejaVu Sans"/>
              </a:defRPr>
            </a:pPr>
            <a:r>
              <a:rPr sz="1875" b="0">
                <a:solidFill>
                  <a:srgbClr val="556873"/>
                </a:solidFill>
                <a:latin typeface="DejaVu Sans"/>
                <a:ea typeface="DejaVu Sans"/>
                <a:cs typeface="DejaVu Sans"/>
              </a:rPr>
              <a:t>Proposed checks. Acceptance requires retained results.</a:t>
            </a:r>
          </a:p>
        </p:txBody>
      </p:sp>
    </p:spTree>
    <p:extLst>
      <p:ext uri="{BB962C8B-B14F-4D97-AF65-F5344CB8AC3E}">
        <p14:creationId xmlns:p14="http://schemas.microsoft.com/office/powerpoint/2010/main" val="1058462969"/>
      </p:ext>
    </p:extLst>
  </p:cSld>
</p:sld>
</file>

<file path=ppt/slides/slide14.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9202A8E-FA29-4B9E-8E1C-93D51581EC5A}"/>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Each deployment decision has its own scope</a:t>
            </a:r>
          </a:p>
        </p:txBody>
      </p:sp>
      <p:sp>
        <p:nvSpPr>
          <p:cNvPr id="3" name="claim-0">
            <a:extLst xmlns:a="http://schemas.openxmlformats.org/drawingml/2006/main">
              <a:ext uri="{FF2B5EF4-FFF2-40B4-BE49-F238E27FC236}">
                <a16:creationId xmlns:a16="http://schemas.microsoft.com/office/drawing/2014/main" id="{4551F372-861F-4EED-8D6A-0C3AAF74090D}"/>
              </a:ext>
            </a:extLst>
          </p:cNvPr>
          <p:cNvSpPr>
            <a:spLocks xmlns:a="http://schemas.openxmlformats.org/drawingml/2006/main" noGrp="1"/>
          </p:cNvSpPr>
          <p:nvPr/>
        </p:nvSpPr>
        <p:spPr>
          <a:xfrm xmlns:a="http://schemas.openxmlformats.org/drawingml/2006/main">
            <a:off x="609600" y="18097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Implementation</a:t>
            </a:r>
          </a:p>
        </p:txBody>
      </p:sp>
      <p:sp>
        <p:nvSpPr>
          <p:cNvPr id="4" name="support-0">
            <a:extLst xmlns:a="http://schemas.openxmlformats.org/drawingml/2006/main">
              <a:ext uri="{FF2B5EF4-FFF2-40B4-BE49-F238E27FC236}">
                <a16:creationId xmlns:a16="http://schemas.microsoft.com/office/drawing/2014/main" id="{DCE16451-2F3C-42B6-8E1B-BB0546192861}"/>
              </a:ext>
            </a:extLst>
          </p:cNvPr>
          <p:cNvSpPr>
            <a:spLocks xmlns:a="http://schemas.openxmlformats.org/drawingml/2006/main" noGrp="1"/>
          </p:cNvSpPr>
          <p:nvPr/>
        </p:nvSpPr>
        <p:spPr>
          <a:xfrm xmlns:a="http://schemas.openxmlformats.org/drawingml/2006/main">
            <a:off x="3810000" y="180975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DejaVu Sans"/>
                <a:ea typeface="DejaVu Sans"/>
                <a:cs typeface="DejaVu Sans"/>
              </a:defRPr>
            </a:defPPr>
            <a:lvl1pPr algn="l">
              <a:defRPr sz="2025" b="0">
                <a:solidFill>
                  <a:srgbClr val="FFFFFF"/>
                </a:solidFill>
                <a:latin typeface="DejaVu Sans"/>
                <a:ea typeface="DejaVu Sans"/>
                <a:cs typeface="DejaVu Sans"/>
              </a:defRPr>
            </a:lvl1pPr>
            <a:lvl2pPr algn="l">
              <a:defRPr sz="2025" b="0">
                <a:solidFill>
                  <a:srgbClr val="FFFFFF"/>
                </a:solidFill>
                <a:latin typeface="DejaVu Sans"/>
                <a:ea typeface="DejaVu Sans"/>
                <a:cs typeface="DejaVu Sans"/>
              </a:defRPr>
            </a:lvl2pPr>
            <a:lvl3pPr algn="l">
              <a:defRPr sz="2025" b="0">
                <a:solidFill>
                  <a:srgbClr val="FFFFFF"/>
                </a:solidFill>
                <a:latin typeface="DejaVu Sans"/>
                <a:ea typeface="DejaVu Sans"/>
                <a:cs typeface="DejaVu Sans"/>
              </a:defRPr>
            </a:lvl3pPr>
            <a:lvl4pPr algn="l">
              <a:defRPr sz="2025" b="0">
                <a:solidFill>
                  <a:srgbClr val="FFFFFF"/>
                </a:solidFill>
                <a:latin typeface="DejaVu Sans"/>
                <a:ea typeface="DejaVu Sans"/>
                <a:cs typeface="DejaVu Sans"/>
              </a:defRPr>
            </a:lvl4pPr>
            <a:lvl5pPr algn="l">
              <a:defRPr sz="2025" b="0">
                <a:solidFill>
                  <a:srgbClr val="FFFFFF"/>
                </a:solidFill>
                <a:latin typeface="DejaVu Sans"/>
                <a:ea typeface="DejaVu Sans"/>
                <a:cs typeface="DejaVu Sans"/>
              </a:defRPr>
            </a:lvl5pPr>
            <a:lvl6pPr algn="l">
              <a:defRPr sz="2025" b="0">
                <a:solidFill>
                  <a:srgbClr val="FFFFFF"/>
                </a:solidFill>
                <a:latin typeface="DejaVu Sans"/>
                <a:ea typeface="DejaVu Sans"/>
                <a:cs typeface="DejaVu Sans"/>
              </a:defRPr>
            </a:lvl6pPr>
            <a:lvl7pPr algn="l">
              <a:defRPr sz="2025" b="0">
                <a:solidFill>
                  <a:srgbClr val="FFFFFF"/>
                </a:solidFill>
                <a:latin typeface="DejaVu Sans"/>
                <a:ea typeface="DejaVu Sans"/>
                <a:cs typeface="DejaVu Sans"/>
              </a:defRPr>
            </a:lvl7pPr>
            <a:lvl8pPr algn="l">
              <a:defRPr sz="2025" b="0">
                <a:solidFill>
                  <a:srgbClr val="FFFFFF"/>
                </a:solidFill>
                <a:latin typeface="DejaVu Sans"/>
                <a:ea typeface="DejaVu Sans"/>
                <a:cs typeface="DejaVu Sans"/>
              </a:defRPr>
            </a:lvl8pPr>
            <a:lvl9pPr algn="l">
              <a:defRPr sz="2025" b="0">
                <a:solidFill>
                  <a:srgbClr val="FFFFFF"/>
                </a:solidFill>
                <a:latin typeface="DejaVu Sans"/>
                <a:ea typeface="DejaVu Sans"/>
                <a:cs typeface="DejaVu Sans"/>
              </a:defRPr>
            </a:lvl9pPr>
          </a:lstStyle>
          <a:p xmlns:a="http://schemas.openxmlformats.org/drawingml/2006/main">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Concurrency and interruption checks</a:t>
            </a:r>
          </a:p>
        </p:txBody>
      </p:sp>
      <p:sp>
        <p:nvSpPr>
          <p:cNvPr id="5" name="decision-0">
            <a:extLst xmlns:a="http://schemas.openxmlformats.org/drawingml/2006/main">
              <a:ext uri="{FF2B5EF4-FFF2-40B4-BE49-F238E27FC236}">
                <a16:creationId xmlns:a16="http://schemas.microsoft.com/office/drawing/2014/main" id="{F503453D-DBE2-428E-BF4B-89A2A624B6AB}"/>
              </a:ext>
            </a:extLst>
          </p:cNvPr>
          <p:cNvSpPr>
            <a:spLocks xmlns:a="http://schemas.openxmlformats.org/drawingml/2006/main" noGrp="1"/>
          </p:cNvSpPr>
          <p:nvPr/>
        </p:nvSpPr>
        <p:spPr>
          <a:xfrm xmlns:a="http://schemas.openxmlformats.org/drawingml/2006/main">
            <a:off x="8953500" y="18097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1AC79"/>
                </a:solidFill>
                <a:latin typeface="DejaVu Sans"/>
                <a:ea typeface="DejaVu Sans"/>
                <a:cs typeface="DejaVu Sans"/>
              </a:defRPr>
            </a:defPPr>
            <a:lvl1pPr algn="l">
              <a:defRPr sz="2025" b="1">
                <a:solidFill>
                  <a:srgbClr val="F1AC79"/>
                </a:solidFill>
                <a:latin typeface="DejaVu Sans"/>
                <a:ea typeface="DejaVu Sans"/>
                <a:cs typeface="DejaVu Sans"/>
              </a:defRPr>
            </a:lvl1pPr>
            <a:lvl2pPr algn="l">
              <a:defRPr sz="2025" b="1">
                <a:solidFill>
                  <a:srgbClr val="F1AC79"/>
                </a:solidFill>
                <a:latin typeface="DejaVu Sans"/>
                <a:ea typeface="DejaVu Sans"/>
                <a:cs typeface="DejaVu Sans"/>
              </a:defRPr>
            </a:lvl2pPr>
            <a:lvl3pPr algn="l">
              <a:defRPr sz="2025" b="1">
                <a:solidFill>
                  <a:srgbClr val="F1AC79"/>
                </a:solidFill>
                <a:latin typeface="DejaVu Sans"/>
                <a:ea typeface="DejaVu Sans"/>
                <a:cs typeface="DejaVu Sans"/>
              </a:defRPr>
            </a:lvl3pPr>
            <a:lvl4pPr algn="l">
              <a:defRPr sz="2025" b="1">
                <a:solidFill>
                  <a:srgbClr val="F1AC79"/>
                </a:solidFill>
                <a:latin typeface="DejaVu Sans"/>
                <a:ea typeface="DejaVu Sans"/>
                <a:cs typeface="DejaVu Sans"/>
              </a:defRPr>
            </a:lvl4pPr>
            <a:lvl5pPr algn="l">
              <a:defRPr sz="2025" b="1">
                <a:solidFill>
                  <a:srgbClr val="F1AC79"/>
                </a:solidFill>
                <a:latin typeface="DejaVu Sans"/>
                <a:ea typeface="DejaVu Sans"/>
                <a:cs typeface="DejaVu Sans"/>
              </a:defRPr>
            </a:lvl5pPr>
            <a:lvl6pPr algn="l">
              <a:defRPr sz="2025" b="1">
                <a:solidFill>
                  <a:srgbClr val="F1AC79"/>
                </a:solidFill>
                <a:latin typeface="DejaVu Sans"/>
                <a:ea typeface="DejaVu Sans"/>
                <a:cs typeface="DejaVu Sans"/>
              </a:defRPr>
            </a:lvl6pPr>
            <a:lvl7pPr algn="l">
              <a:defRPr sz="2025" b="1">
                <a:solidFill>
                  <a:srgbClr val="F1AC79"/>
                </a:solidFill>
                <a:latin typeface="DejaVu Sans"/>
                <a:ea typeface="DejaVu Sans"/>
                <a:cs typeface="DejaVu Sans"/>
              </a:defRPr>
            </a:lvl7pPr>
            <a:lvl8pPr algn="l">
              <a:defRPr sz="2025" b="1">
                <a:solidFill>
                  <a:srgbClr val="F1AC79"/>
                </a:solidFill>
                <a:latin typeface="DejaVu Sans"/>
                <a:ea typeface="DejaVu Sans"/>
                <a:cs typeface="DejaVu Sans"/>
              </a:defRPr>
            </a:lvl8pPr>
            <a:lvl9pPr algn="l">
              <a:defRPr sz="2025" b="1">
                <a:solidFill>
                  <a:srgbClr val="F1AC79"/>
                </a:solidFill>
                <a:latin typeface="DejaVu Sans"/>
                <a:ea typeface="DejaVu Sans"/>
                <a:cs typeface="DejaVu Sans"/>
              </a:defRPr>
            </a:lvl9pPr>
          </a:lstStyle>
          <a:p xmlns:a="http://schemas.openxmlformats.org/drawingml/2006/main">
            <a:pPr algn="l">
              <a:defRPr sz="2025" b="1">
                <a:solidFill>
                  <a:srgbClr val="F1AC79"/>
                </a:solidFill>
                <a:latin typeface="DejaVu Sans"/>
                <a:ea typeface="DejaVu Sans"/>
                <a:cs typeface="DejaVu Sans"/>
              </a:defRPr>
            </a:pPr>
            <a:r>
              <a:rPr sz="2025" b="1">
                <a:solidFill>
                  <a:srgbClr val="F1AC79"/>
                </a:solidFill>
                <a:latin typeface="DejaVu Sans"/>
                <a:ea typeface="DejaVu Sans"/>
                <a:cs typeface="DejaVu Sans"/>
              </a:rPr>
              <a:t>Integration testing</a:t>
            </a:r>
          </a:p>
        </p:txBody>
      </p:sp>
      <p:sp>
        <p:nvSpPr>
          <p:cNvPr id="6" name="claim-1">
            <a:extLst xmlns:a="http://schemas.openxmlformats.org/drawingml/2006/main">
              <a:ext uri="{FF2B5EF4-FFF2-40B4-BE49-F238E27FC236}">
                <a16:creationId xmlns:a16="http://schemas.microsoft.com/office/drawing/2014/main" id="{A4211C32-A43F-459F-B55F-CD93C7AB604B}"/>
              </a:ext>
            </a:extLst>
          </p:cNvPr>
          <p:cNvSpPr>
            <a:spLocks xmlns:a="http://schemas.openxmlformats.org/drawingml/2006/main" noGrp="1"/>
          </p:cNvSpPr>
          <p:nvPr/>
        </p:nvSpPr>
        <p:spPr>
          <a:xfrm xmlns:a="http://schemas.openxmlformats.org/drawingml/2006/main">
            <a:off x="609600" y="31908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Integration</a:t>
            </a:r>
          </a:p>
        </p:txBody>
      </p:sp>
      <p:sp>
        <p:nvSpPr>
          <p:cNvPr id="7" name="support-1">
            <a:extLst xmlns:a="http://schemas.openxmlformats.org/drawingml/2006/main">
              <a:ext uri="{FF2B5EF4-FFF2-40B4-BE49-F238E27FC236}">
                <a16:creationId xmlns:a16="http://schemas.microsoft.com/office/drawing/2014/main" id="{EE2BCB50-D38C-441A-9E05-07993FA0850A}"/>
              </a:ext>
            </a:extLst>
          </p:cNvPr>
          <p:cNvSpPr>
            <a:spLocks xmlns:a="http://schemas.openxmlformats.org/drawingml/2006/main" noGrp="1"/>
          </p:cNvSpPr>
          <p:nvPr/>
        </p:nvSpPr>
        <p:spPr>
          <a:xfrm xmlns:a="http://schemas.openxmlformats.org/drawingml/2006/main">
            <a:off x="3810000" y="3190875"/>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DejaVu Sans"/>
                <a:ea typeface="DejaVu Sans"/>
                <a:cs typeface="DejaVu Sans"/>
              </a:defRPr>
            </a:defPPr>
            <a:lvl1pPr algn="l">
              <a:defRPr sz="2025" b="0">
                <a:solidFill>
                  <a:srgbClr val="FFFFFF"/>
                </a:solidFill>
                <a:latin typeface="DejaVu Sans"/>
                <a:ea typeface="DejaVu Sans"/>
                <a:cs typeface="DejaVu Sans"/>
              </a:defRPr>
            </a:lvl1pPr>
            <a:lvl2pPr algn="l">
              <a:defRPr sz="2025" b="0">
                <a:solidFill>
                  <a:srgbClr val="FFFFFF"/>
                </a:solidFill>
                <a:latin typeface="DejaVu Sans"/>
                <a:ea typeface="DejaVu Sans"/>
                <a:cs typeface="DejaVu Sans"/>
              </a:defRPr>
            </a:lvl2pPr>
            <a:lvl3pPr algn="l">
              <a:defRPr sz="2025" b="0">
                <a:solidFill>
                  <a:srgbClr val="FFFFFF"/>
                </a:solidFill>
                <a:latin typeface="DejaVu Sans"/>
                <a:ea typeface="DejaVu Sans"/>
                <a:cs typeface="DejaVu Sans"/>
              </a:defRPr>
            </a:lvl3pPr>
            <a:lvl4pPr algn="l">
              <a:defRPr sz="2025" b="0">
                <a:solidFill>
                  <a:srgbClr val="FFFFFF"/>
                </a:solidFill>
                <a:latin typeface="DejaVu Sans"/>
                <a:ea typeface="DejaVu Sans"/>
                <a:cs typeface="DejaVu Sans"/>
              </a:defRPr>
            </a:lvl4pPr>
            <a:lvl5pPr algn="l">
              <a:defRPr sz="2025" b="0">
                <a:solidFill>
                  <a:srgbClr val="FFFFFF"/>
                </a:solidFill>
                <a:latin typeface="DejaVu Sans"/>
                <a:ea typeface="DejaVu Sans"/>
                <a:cs typeface="DejaVu Sans"/>
              </a:defRPr>
            </a:lvl5pPr>
            <a:lvl6pPr algn="l">
              <a:defRPr sz="2025" b="0">
                <a:solidFill>
                  <a:srgbClr val="FFFFFF"/>
                </a:solidFill>
                <a:latin typeface="DejaVu Sans"/>
                <a:ea typeface="DejaVu Sans"/>
                <a:cs typeface="DejaVu Sans"/>
              </a:defRPr>
            </a:lvl6pPr>
            <a:lvl7pPr algn="l">
              <a:defRPr sz="2025" b="0">
                <a:solidFill>
                  <a:srgbClr val="FFFFFF"/>
                </a:solidFill>
                <a:latin typeface="DejaVu Sans"/>
                <a:ea typeface="DejaVu Sans"/>
                <a:cs typeface="DejaVu Sans"/>
              </a:defRPr>
            </a:lvl7pPr>
            <a:lvl8pPr algn="l">
              <a:defRPr sz="2025" b="0">
                <a:solidFill>
                  <a:srgbClr val="FFFFFF"/>
                </a:solidFill>
                <a:latin typeface="DejaVu Sans"/>
                <a:ea typeface="DejaVu Sans"/>
                <a:cs typeface="DejaVu Sans"/>
              </a:defRPr>
            </a:lvl8pPr>
            <a:lvl9pPr algn="l">
              <a:defRPr sz="2025" b="0">
                <a:solidFill>
                  <a:srgbClr val="FFFFFF"/>
                </a:solidFill>
                <a:latin typeface="DejaVu Sans"/>
                <a:ea typeface="DejaVu Sans"/>
                <a:cs typeface="DejaVu Sans"/>
              </a:defRPr>
            </a:lvl9pPr>
          </a:lstStyle>
          <a:p xmlns:a="http://schemas.openxmlformats.org/drawingml/2006/main">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Representative combined-system checks</a:t>
            </a:r>
          </a:p>
        </p:txBody>
      </p:sp>
      <p:sp>
        <p:nvSpPr>
          <p:cNvPr id="8" name="decision-1">
            <a:extLst xmlns:a="http://schemas.openxmlformats.org/drawingml/2006/main">
              <a:ext uri="{FF2B5EF4-FFF2-40B4-BE49-F238E27FC236}">
                <a16:creationId xmlns:a16="http://schemas.microsoft.com/office/drawing/2014/main" id="{5C3BBF8E-13DA-4A19-AE68-B4D61D7F2903}"/>
              </a:ext>
            </a:extLst>
          </p:cNvPr>
          <p:cNvSpPr>
            <a:spLocks xmlns:a="http://schemas.openxmlformats.org/drawingml/2006/main" noGrp="1"/>
          </p:cNvSpPr>
          <p:nvPr/>
        </p:nvSpPr>
        <p:spPr>
          <a:xfrm xmlns:a="http://schemas.openxmlformats.org/drawingml/2006/main">
            <a:off x="8953500" y="3190875"/>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1AC79"/>
                </a:solidFill>
                <a:latin typeface="DejaVu Sans"/>
                <a:ea typeface="DejaVu Sans"/>
                <a:cs typeface="DejaVu Sans"/>
              </a:defRPr>
            </a:defPPr>
            <a:lvl1pPr algn="l">
              <a:defRPr sz="2025" b="1">
                <a:solidFill>
                  <a:srgbClr val="F1AC79"/>
                </a:solidFill>
                <a:latin typeface="DejaVu Sans"/>
                <a:ea typeface="DejaVu Sans"/>
                <a:cs typeface="DejaVu Sans"/>
              </a:defRPr>
            </a:lvl1pPr>
            <a:lvl2pPr algn="l">
              <a:defRPr sz="2025" b="1">
                <a:solidFill>
                  <a:srgbClr val="F1AC79"/>
                </a:solidFill>
                <a:latin typeface="DejaVu Sans"/>
                <a:ea typeface="DejaVu Sans"/>
                <a:cs typeface="DejaVu Sans"/>
              </a:defRPr>
            </a:lvl2pPr>
            <a:lvl3pPr algn="l">
              <a:defRPr sz="2025" b="1">
                <a:solidFill>
                  <a:srgbClr val="F1AC79"/>
                </a:solidFill>
                <a:latin typeface="DejaVu Sans"/>
                <a:ea typeface="DejaVu Sans"/>
                <a:cs typeface="DejaVu Sans"/>
              </a:defRPr>
            </a:lvl3pPr>
            <a:lvl4pPr algn="l">
              <a:defRPr sz="2025" b="1">
                <a:solidFill>
                  <a:srgbClr val="F1AC79"/>
                </a:solidFill>
                <a:latin typeface="DejaVu Sans"/>
                <a:ea typeface="DejaVu Sans"/>
                <a:cs typeface="DejaVu Sans"/>
              </a:defRPr>
            </a:lvl4pPr>
            <a:lvl5pPr algn="l">
              <a:defRPr sz="2025" b="1">
                <a:solidFill>
                  <a:srgbClr val="F1AC79"/>
                </a:solidFill>
                <a:latin typeface="DejaVu Sans"/>
                <a:ea typeface="DejaVu Sans"/>
                <a:cs typeface="DejaVu Sans"/>
              </a:defRPr>
            </a:lvl5pPr>
            <a:lvl6pPr algn="l">
              <a:defRPr sz="2025" b="1">
                <a:solidFill>
                  <a:srgbClr val="F1AC79"/>
                </a:solidFill>
                <a:latin typeface="DejaVu Sans"/>
                <a:ea typeface="DejaVu Sans"/>
                <a:cs typeface="DejaVu Sans"/>
              </a:defRPr>
            </a:lvl6pPr>
            <a:lvl7pPr algn="l">
              <a:defRPr sz="2025" b="1">
                <a:solidFill>
                  <a:srgbClr val="F1AC79"/>
                </a:solidFill>
                <a:latin typeface="DejaVu Sans"/>
                <a:ea typeface="DejaVu Sans"/>
                <a:cs typeface="DejaVu Sans"/>
              </a:defRPr>
            </a:lvl7pPr>
            <a:lvl8pPr algn="l">
              <a:defRPr sz="2025" b="1">
                <a:solidFill>
                  <a:srgbClr val="F1AC79"/>
                </a:solidFill>
                <a:latin typeface="DejaVu Sans"/>
                <a:ea typeface="DejaVu Sans"/>
                <a:cs typeface="DejaVu Sans"/>
              </a:defRPr>
            </a:lvl8pPr>
            <a:lvl9pPr algn="l">
              <a:defRPr sz="2025" b="1">
                <a:solidFill>
                  <a:srgbClr val="F1AC79"/>
                </a:solidFill>
                <a:latin typeface="DejaVu Sans"/>
                <a:ea typeface="DejaVu Sans"/>
                <a:cs typeface="DejaVu Sans"/>
              </a:defRPr>
            </a:lvl9pPr>
          </a:lstStyle>
          <a:p xmlns:a="http://schemas.openxmlformats.org/drawingml/2006/main">
            <a:pPr algn="l">
              <a:defRPr sz="2025" b="1">
                <a:solidFill>
                  <a:srgbClr val="F1AC79"/>
                </a:solidFill>
                <a:latin typeface="DejaVu Sans"/>
                <a:ea typeface="DejaVu Sans"/>
                <a:cs typeface="DejaVu Sans"/>
              </a:defRPr>
            </a:pPr>
            <a:r>
              <a:rPr sz="2025" b="1">
                <a:solidFill>
                  <a:srgbClr val="F1AC79"/>
                </a:solidFill>
                <a:latin typeface="DejaVu Sans"/>
                <a:ea typeface="DejaVu Sans"/>
                <a:cs typeface="DejaVu Sans"/>
              </a:rPr>
              <a:t>Limited deployment</a:t>
            </a:r>
          </a:p>
        </p:txBody>
      </p:sp>
      <p:sp>
        <p:nvSpPr>
          <p:cNvPr id="9" name="claim-2">
            <a:extLst xmlns:a="http://schemas.openxmlformats.org/drawingml/2006/main">
              <a:ext uri="{FF2B5EF4-FFF2-40B4-BE49-F238E27FC236}">
                <a16:creationId xmlns:a16="http://schemas.microsoft.com/office/drawing/2014/main" id="{8F9E338C-3FF3-43EE-87E3-BB23CACFEEEC}"/>
              </a:ext>
            </a:extLst>
          </p:cNvPr>
          <p:cNvSpPr>
            <a:spLocks xmlns:a="http://schemas.openxmlformats.org/drawingml/2006/main" noGrp="1"/>
          </p:cNvSpPr>
          <p:nvPr/>
        </p:nvSpPr>
        <p:spPr>
          <a:xfrm xmlns:a="http://schemas.openxmlformats.org/drawingml/2006/main">
            <a:off x="609600" y="45720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Operation</a:t>
            </a:r>
          </a:p>
        </p:txBody>
      </p:sp>
      <p:sp>
        <p:nvSpPr>
          <p:cNvPr id="10" name="support-2">
            <a:extLst xmlns:a="http://schemas.openxmlformats.org/drawingml/2006/main">
              <a:ext uri="{FF2B5EF4-FFF2-40B4-BE49-F238E27FC236}">
                <a16:creationId xmlns:a16="http://schemas.microsoft.com/office/drawing/2014/main" id="{17747210-2EAB-4142-AC6B-9F2FCBC17007}"/>
              </a:ext>
            </a:extLst>
          </p:cNvPr>
          <p:cNvSpPr>
            <a:spLocks xmlns:a="http://schemas.openxmlformats.org/drawingml/2006/main" noGrp="1"/>
          </p:cNvSpPr>
          <p:nvPr/>
        </p:nvSpPr>
        <p:spPr>
          <a:xfrm xmlns:a="http://schemas.openxmlformats.org/drawingml/2006/main">
            <a:off x="3810000" y="45720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DejaVu Sans"/>
                <a:ea typeface="DejaVu Sans"/>
                <a:cs typeface="DejaVu Sans"/>
              </a:defRPr>
            </a:defPPr>
            <a:lvl1pPr algn="l">
              <a:defRPr sz="2025" b="0">
                <a:solidFill>
                  <a:srgbClr val="FFFFFF"/>
                </a:solidFill>
                <a:latin typeface="DejaVu Sans"/>
                <a:ea typeface="DejaVu Sans"/>
                <a:cs typeface="DejaVu Sans"/>
              </a:defRPr>
            </a:lvl1pPr>
            <a:lvl2pPr algn="l">
              <a:defRPr sz="2025" b="0">
                <a:solidFill>
                  <a:srgbClr val="FFFFFF"/>
                </a:solidFill>
                <a:latin typeface="DejaVu Sans"/>
                <a:ea typeface="DejaVu Sans"/>
                <a:cs typeface="DejaVu Sans"/>
              </a:defRPr>
            </a:lvl2pPr>
            <a:lvl3pPr algn="l">
              <a:defRPr sz="2025" b="0">
                <a:solidFill>
                  <a:srgbClr val="FFFFFF"/>
                </a:solidFill>
                <a:latin typeface="DejaVu Sans"/>
                <a:ea typeface="DejaVu Sans"/>
                <a:cs typeface="DejaVu Sans"/>
              </a:defRPr>
            </a:lvl3pPr>
            <a:lvl4pPr algn="l">
              <a:defRPr sz="2025" b="0">
                <a:solidFill>
                  <a:srgbClr val="FFFFFF"/>
                </a:solidFill>
                <a:latin typeface="DejaVu Sans"/>
                <a:ea typeface="DejaVu Sans"/>
                <a:cs typeface="DejaVu Sans"/>
              </a:defRPr>
            </a:lvl4pPr>
            <a:lvl5pPr algn="l">
              <a:defRPr sz="2025" b="0">
                <a:solidFill>
                  <a:srgbClr val="FFFFFF"/>
                </a:solidFill>
                <a:latin typeface="DejaVu Sans"/>
                <a:ea typeface="DejaVu Sans"/>
                <a:cs typeface="DejaVu Sans"/>
              </a:defRPr>
            </a:lvl5pPr>
            <a:lvl6pPr algn="l">
              <a:defRPr sz="2025" b="0">
                <a:solidFill>
                  <a:srgbClr val="FFFFFF"/>
                </a:solidFill>
                <a:latin typeface="DejaVu Sans"/>
                <a:ea typeface="DejaVu Sans"/>
                <a:cs typeface="DejaVu Sans"/>
              </a:defRPr>
            </a:lvl6pPr>
            <a:lvl7pPr algn="l">
              <a:defRPr sz="2025" b="0">
                <a:solidFill>
                  <a:srgbClr val="FFFFFF"/>
                </a:solidFill>
                <a:latin typeface="DejaVu Sans"/>
                <a:ea typeface="DejaVu Sans"/>
                <a:cs typeface="DejaVu Sans"/>
              </a:defRPr>
            </a:lvl7pPr>
            <a:lvl8pPr algn="l">
              <a:defRPr sz="2025" b="0">
                <a:solidFill>
                  <a:srgbClr val="FFFFFF"/>
                </a:solidFill>
                <a:latin typeface="DejaVu Sans"/>
                <a:ea typeface="DejaVu Sans"/>
                <a:cs typeface="DejaVu Sans"/>
              </a:defRPr>
            </a:lvl8pPr>
            <a:lvl9pPr algn="l">
              <a:defRPr sz="2025" b="0">
                <a:solidFill>
                  <a:srgbClr val="FFFFFF"/>
                </a:solidFill>
                <a:latin typeface="DejaVu Sans"/>
                <a:ea typeface="DejaVu Sans"/>
                <a:cs typeface="DejaVu Sans"/>
              </a:defRPr>
            </a:lvl9pPr>
          </a:lstStyle>
          <a:p xmlns:a="http://schemas.openxmlformats.org/drawingml/2006/main">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Observed behaviour under declared conditions</a:t>
            </a:r>
          </a:p>
        </p:txBody>
      </p:sp>
      <p:sp>
        <p:nvSpPr>
          <p:cNvPr id="11" name="decision-2">
            <a:extLst xmlns:a="http://schemas.openxmlformats.org/drawingml/2006/main">
              <a:ext uri="{FF2B5EF4-FFF2-40B4-BE49-F238E27FC236}">
                <a16:creationId xmlns:a16="http://schemas.microsoft.com/office/drawing/2014/main" id="{3B4F854C-E94B-4943-986B-2AA9C0B33564}"/>
              </a:ext>
            </a:extLst>
          </p:cNvPr>
          <p:cNvSpPr>
            <a:spLocks xmlns:a="http://schemas.openxmlformats.org/drawingml/2006/main" noGrp="1"/>
          </p:cNvSpPr>
          <p:nvPr/>
        </p:nvSpPr>
        <p:spPr>
          <a:xfrm xmlns:a="http://schemas.openxmlformats.org/drawingml/2006/main">
            <a:off x="8953500" y="457200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1AC79"/>
                </a:solidFill>
                <a:latin typeface="DejaVu Sans"/>
                <a:ea typeface="DejaVu Sans"/>
                <a:cs typeface="DejaVu Sans"/>
              </a:defRPr>
            </a:defPPr>
            <a:lvl1pPr algn="l">
              <a:defRPr sz="2025" b="1">
                <a:solidFill>
                  <a:srgbClr val="F1AC79"/>
                </a:solidFill>
                <a:latin typeface="DejaVu Sans"/>
                <a:ea typeface="DejaVu Sans"/>
                <a:cs typeface="DejaVu Sans"/>
              </a:defRPr>
            </a:lvl1pPr>
            <a:lvl2pPr algn="l">
              <a:defRPr sz="2025" b="1">
                <a:solidFill>
                  <a:srgbClr val="F1AC79"/>
                </a:solidFill>
                <a:latin typeface="DejaVu Sans"/>
                <a:ea typeface="DejaVu Sans"/>
                <a:cs typeface="DejaVu Sans"/>
              </a:defRPr>
            </a:lvl2pPr>
            <a:lvl3pPr algn="l">
              <a:defRPr sz="2025" b="1">
                <a:solidFill>
                  <a:srgbClr val="F1AC79"/>
                </a:solidFill>
                <a:latin typeface="DejaVu Sans"/>
                <a:ea typeface="DejaVu Sans"/>
                <a:cs typeface="DejaVu Sans"/>
              </a:defRPr>
            </a:lvl3pPr>
            <a:lvl4pPr algn="l">
              <a:defRPr sz="2025" b="1">
                <a:solidFill>
                  <a:srgbClr val="F1AC79"/>
                </a:solidFill>
                <a:latin typeface="DejaVu Sans"/>
                <a:ea typeface="DejaVu Sans"/>
                <a:cs typeface="DejaVu Sans"/>
              </a:defRPr>
            </a:lvl4pPr>
            <a:lvl5pPr algn="l">
              <a:defRPr sz="2025" b="1">
                <a:solidFill>
                  <a:srgbClr val="F1AC79"/>
                </a:solidFill>
                <a:latin typeface="DejaVu Sans"/>
                <a:ea typeface="DejaVu Sans"/>
                <a:cs typeface="DejaVu Sans"/>
              </a:defRPr>
            </a:lvl5pPr>
            <a:lvl6pPr algn="l">
              <a:defRPr sz="2025" b="1">
                <a:solidFill>
                  <a:srgbClr val="F1AC79"/>
                </a:solidFill>
                <a:latin typeface="DejaVu Sans"/>
                <a:ea typeface="DejaVu Sans"/>
                <a:cs typeface="DejaVu Sans"/>
              </a:defRPr>
            </a:lvl6pPr>
            <a:lvl7pPr algn="l">
              <a:defRPr sz="2025" b="1">
                <a:solidFill>
                  <a:srgbClr val="F1AC79"/>
                </a:solidFill>
                <a:latin typeface="DejaVu Sans"/>
                <a:ea typeface="DejaVu Sans"/>
                <a:cs typeface="DejaVu Sans"/>
              </a:defRPr>
            </a:lvl7pPr>
            <a:lvl8pPr algn="l">
              <a:defRPr sz="2025" b="1">
                <a:solidFill>
                  <a:srgbClr val="F1AC79"/>
                </a:solidFill>
                <a:latin typeface="DejaVu Sans"/>
                <a:ea typeface="DejaVu Sans"/>
                <a:cs typeface="DejaVu Sans"/>
              </a:defRPr>
            </a:lvl8pPr>
            <a:lvl9pPr algn="l">
              <a:defRPr sz="2025" b="1">
                <a:solidFill>
                  <a:srgbClr val="F1AC79"/>
                </a:solidFill>
                <a:latin typeface="DejaVu Sans"/>
                <a:ea typeface="DejaVu Sans"/>
                <a:cs typeface="DejaVu Sans"/>
              </a:defRPr>
            </a:lvl9pPr>
          </a:lstStyle>
          <a:p xmlns:a="http://schemas.openxmlformats.org/drawingml/2006/main">
            <a:pPr algn="l">
              <a:defRPr sz="2025" b="1">
                <a:solidFill>
                  <a:srgbClr val="F1AC79"/>
                </a:solidFill>
                <a:latin typeface="DejaVu Sans"/>
                <a:ea typeface="DejaVu Sans"/>
                <a:cs typeface="DejaVu Sans"/>
              </a:defRPr>
            </a:pPr>
            <a:r>
              <a:rPr sz="2025" b="1">
                <a:solidFill>
                  <a:srgbClr val="F1AC79"/>
                </a:solidFill>
                <a:latin typeface="DejaVu Sans"/>
                <a:ea typeface="DejaVu Sans"/>
                <a:cs typeface="DejaVu Sans"/>
              </a:rPr>
              <a:t>Broader rollout</a:t>
            </a:r>
          </a:p>
        </p:txBody>
      </p:sp>
      <p:sp>
        <p:nvSpPr>
          <p:cNvPr id="12" name="sequence-note">
            <a:extLst xmlns:a="http://schemas.openxmlformats.org/drawingml/2006/main">
              <a:ext uri="{FF2B5EF4-FFF2-40B4-BE49-F238E27FC236}">
                <a16:creationId xmlns:a16="http://schemas.microsoft.com/office/drawing/2014/main" id="{C2A8F200-550C-4BC8-8C17-68970A96A51B}"/>
              </a:ext>
            </a:extLst>
          </p:cNvPr>
          <p:cNvSpPr>
            <a:spLocks xmlns:a="http://schemas.openxmlformats.org/drawingml/2006/main" noGrp="1"/>
          </p:cNvSpPr>
          <p:nvPr/>
        </p:nvSpPr>
        <p:spPr>
          <a:xfrm xmlns:a="http://schemas.openxmlformats.org/drawingml/2006/main">
            <a:off x="609600" y="609600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AB8C0"/>
                </a:solidFill>
                <a:latin typeface="DejaVu Sans"/>
                <a:ea typeface="DejaVu Sans"/>
                <a:cs typeface="DejaVu Sans"/>
              </a:defRPr>
            </a:defPPr>
            <a:lvl1pPr algn="l">
              <a:defRPr sz="1875" b="0">
                <a:solidFill>
                  <a:srgbClr val="AAB8C0"/>
                </a:solidFill>
                <a:latin typeface="DejaVu Sans"/>
                <a:ea typeface="DejaVu Sans"/>
                <a:cs typeface="DejaVu Sans"/>
              </a:defRPr>
            </a:lvl1pPr>
            <a:lvl2pPr algn="l">
              <a:defRPr sz="1875" b="0">
                <a:solidFill>
                  <a:srgbClr val="AAB8C0"/>
                </a:solidFill>
                <a:latin typeface="DejaVu Sans"/>
                <a:ea typeface="DejaVu Sans"/>
                <a:cs typeface="DejaVu Sans"/>
              </a:defRPr>
            </a:lvl2pPr>
            <a:lvl3pPr algn="l">
              <a:defRPr sz="1875" b="0">
                <a:solidFill>
                  <a:srgbClr val="AAB8C0"/>
                </a:solidFill>
                <a:latin typeface="DejaVu Sans"/>
                <a:ea typeface="DejaVu Sans"/>
                <a:cs typeface="DejaVu Sans"/>
              </a:defRPr>
            </a:lvl3pPr>
            <a:lvl4pPr algn="l">
              <a:defRPr sz="1875" b="0">
                <a:solidFill>
                  <a:srgbClr val="AAB8C0"/>
                </a:solidFill>
                <a:latin typeface="DejaVu Sans"/>
                <a:ea typeface="DejaVu Sans"/>
                <a:cs typeface="DejaVu Sans"/>
              </a:defRPr>
            </a:lvl4pPr>
            <a:lvl5pPr algn="l">
              <a:defRPr sz="1875" b="0">
                <a:solidFill>
                  <a:srgbClr val="AAB8C0"/>
                </a:solidFill>
                <a:latin typeface="DejaVu Sans"/>
                <a:ea typeface="DejaVu Sans"/>
                <a:cs typeface="DejaVu Sans"/>
              </a:defRPr>
            </a:lvl5pPr>
            <a:lvl6pPr algn="l">
              <a:defRPr sz="1875" b="0">
                <a:solidFill>
                  <a:srgbClr val="AAB8C0"/>
                </a:solidFill>
                <a:latin typeface="DejaVu Sans"/>
                <a:ea typeface="DejaVu Sans"/>
                <a:cs typeface="DejaVu Sans"/>
              </a:defRPr>
            </a:lvl6pPr>
            <a:lvl7pPr algn="l">
              <a:defRPr sz="1875" b="0">
                <a:solidFill>
                  <a:srgbClr val="AAB8C0"/>
                </a:solidFill>
                <a:latin typeface="DejaVu Sans"/>
                <a:ea typeface="DejaVu Sans"/>
                <a:cs typeface="DejaVu Sans"/>
              </a:defRPr>
            </a:lvl7pPr>
            <a:lvl8pPr algn="l">
              <a:defRPr sz="1875" b="0">
                <a:solidFill>
                  <a:srgbClr val="AAB8C0"/>
                </a:solidFill>
                <a:latin typeface="DejaVu Sans"/>
                <a:ea typeface="DejaVu Sans"/>
                <a:cs typeface="DejaVu Sans"/>
              </a:defRPr>
            </a:lvl8pPr>
            <a:lvl9pPr algn="l">
              <a:defRPr sz="1875" b="0">
                <a:solidFill>
                  <a:srgbClr val="AAB8C0"/>
                </a:solidFill>
                <a:latin typeface="DejaVu Sans"/>
                <a:ea typeface="DejaVu Sans"/>
                <a:cs typeface="DejaVu Sans"/>
              </a:defRPr>
            </a:lvl9pPr>
          </a:lstStyle>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Evidence for a limited decision enables the next investigation.</a:t>
            </a:r>
          </a:p>
        </p:txBody>
      </p:sp>
      <p:sp>
        <p:nvSpPr>
          <p:cNvPr id="13" name="column-Claim about">
            <a:extLst xmlns:a="http://schemas.openxmlformats.org/drawingml/2006/main">
              <a:ext uri="{FF2B5EF4-FFF2-40B4-BE49-F238E27FC236}">
                <a16:creationId xmlns:a16="http://schemas.microsoft.com/office/drawing/2014/main" id="{138F1CF7-E0FC-4ABB-BF0B-DACF173D9A86}"/>
              </a:ext>
            </a:extLst>
          </p:cNvPr>
          <p:cNvSpPr>
            <a:spLocks xmlns:a="http://schemas.openxmlformats.org/drawingml/2006/main" noGrp="1"/>
          </p:cNvSpPr>
          <p:nvPr/>
        </p:nvSpPr>
        <p:spPr>
          <a:xfrm xmlns:a="http://schemas.openxmlformats.org/drawingml/2006/main">
            <a:off x="609600" y="138112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AAB8C0"/>
                </a:solidFill>
                <a:latin typeface="DejaVu Sans"/>
                <a:ea typeface="DejaVu Sans"/>
                <a:cs typeface="DejaVu Sans"/>
              </a:defRPr>
            </a:defPPr>
            <a:lvl1pPr>
              <a:defRPr sz="1725">
                <a:solidFill>
                  <a:srgbClr val="AAB8C0"/>
                </a:solidFill>
                <a:latin typeface="DejaVu Sans"/>
                <a:ea typeface="DejaVu Sans"/>
                <a:cs typeface="DejaVu Sans"/>
              </a:defRPr>
            </a:lvl1pPr>
            <a:lvl2pPr>
              <a:defRPr sz="1725">
                <a:solidFill>
                  <a:srgbClr val="AAB8C0"/>
                </a:solidFill>
                <a:latin typeface="DejaVu Sans"/>
                <a:ea typeface="DejaVu Sans"/>
                <a:cs typeface="DejaVu Sans"/>
              </a:defRPr>
            </a:lvl2pPr>
            <a:lvl3pPr>
              <a:defRPr sz="1725">
                <a:solidFill>
                  <a:srgbClr val="AAB8C0"/>
                </a:solidFill>
                <a:latin typeface="DejaVu Sans"/>
                <a:ea typeface="DejaVu Sans"/>
                <a:cs typeface="DejaVu Sans"/>
              </a:defRPr>
            </a:lvl3pPr>
            <a:lvl4pPr>
              <a:defRPr sz="1725">
                <a:solidFill>
                  <a:srgbClr val="AAB8C0"/>
                </a:solidFill>
                <a:latin typeface="DejaVu Sans"/>
                <a:ea typeface="DejaVu Sans"/>
                <a:cs typeface="DejaVu Sans"/>
              </a:defRPr>
            </a:lvl4pPr>
            <a:lvl5pPr>
              <a:defRPr sz="1725">
                <a:solidFill>
                  <a:srgbClr val="AAB8C0"/>
                </a:solidFill>
                <a:latin typeface="DejaVu Sans"/>
                <a:ea typeface="DejaVu Sans"/>
                <a:cs typeface="DejaVu Sans"/>
              </a:defRPr>
            </a:lvl5pPr>
            <a:lvl6pPr>
              <a:defRPr sz="1725">
                <a:solidFill>
                  <a:srgbClr val="AAB8C0"/>
                </a:solidFill>
                <a:latin typeface="DejaVu Sans"/>
                <a:ea typeface="DejaVu Sans"/>
                <a:cs typeface="DejaVu Sans"/>
              </a:defRPr>
            </a:lvl6pPr>
            <a:lvl7pPr>
              <a:defRPr sz="1725">
                <a:solidFill>
                  <a:srgbClr val="AAB8C0"/>
                </a:solidFill>
                <a:latin typeface="DejaVu Sans"/>
                <a:ea typeface="DejaVu Sans"/>
                <a:cs typeface="DejaVu Sans"/>
              </a:defRPr>
            </a:lvl7pPr>
            <a:lvl8pPr>
              <a:defRPr sz="1725">
                <a:solidFill>
                  <a:srgbClr val="AAB8C0"/>
                </a:solidFill>
                <a:latin typeface="DejaVu Sans"/>
                <a:ea typeface="DejaVu Sans"/>
                <a:cs typeface="DejaVu Sans"/>
              </a:defRPr>
            </a:lvl8pPr>
            <a:lvl9pPr>
              <a:defRPr sz="1725">
                <a:solidFill>
                  <a:srgbClr val="AAB8C0"/>
                </a:solidFill>
                <a:latin typeface="DejaVu Sans"/>
                <a:ea typeface="DejaVu Sans"/>
                <a:cs typeface="DejaVu Sans"/>
              </a:defRPr>
            </a:lvl9pPr>
          </a:lstStyle>
          <a:p xmlns:a="http://schemas.openxmlformats.org/drawingml/2006/main">
            <a:pPr>
              <a:defRPr sz="1725">
                <a:solidFill>
                  <a:srgbClr val="AAB8C0"/>
                </a:solidFill>
                <a:latin typeface="DejaVu Sans"/>
                <a:ea typeface="DejaVu Sans"/>
                <a:cs typeface="DejaVu Sans"/>
              </a:defRPr>
            </a:pPr>
            <a:r>
              <a:rPr sz="1725">
                <a:solidFill>
                  <a:srgbClr val="AAB8C0"/>
                </a:solidFill>
                <a:latin typeface="DejaVu Sans"/>
                <a:ea typeface="DejaVu Sans"/>
                <a:cs typeface="DejaVu Sans"/>
              </a:rPr>
              <a:t>Claim about</a:t>
            </a:r>
          </a:p>
        </p:txBody>
      </p:sp>
      <p:sp>
        <p:nvSpPr>
          <p:cNvPr id="14" name="column-Required evidence">
            <a:extLst xmlns:a="http://schemas.openxmlformats.org/drawingml/2006/main">
              <a:ext uri="{FF2B5EF4-FFF2-40B4-BE49-F238E27FC236}">
                <a16:creationId xmlns:a16="http://schemas.microsoft.com/office/drawing/2014/main" id="{76E76F3D-97D8-4E12-A2F4-107E999BCA25}"/>
              </a:ext>
            </a:extLst>
          </p:cNvPr>
          <p:cNvSpPr>
            <a:spLocks xmlns:a="http://schemas.openxmlformats.org/drawingml/2006/main" noGrp="1"/>
          </p:cNvSpPr>
          <p:nvPr/>
        </p:nvSpPr>
        <p:spPr>
          <a:xfrm xmlns:a="http://schemas.openxmlformats.org/drawingml/2006/main">
            <a:off x="3810000" y="1381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AAB8C0"/>
                </a:solidFill>
                <a:latin typeface="DejaVu Sans"/>
                <a:ea typeface="DejaVu Sans"/>
                <a:cs typeface="DejaVu Sans"/>
              </a:defRPr>
            </a:defPPr>
            <a:lvl1pPr>
              <a:defRPr sz="1725">
                <a:solidFill>
                  <a:srgbClr val="AAB8C0"/>
                </a:solidFill>
                <a:latin typeface="DejaVu Sans"/>
                <a:ea typeface="DejaVu Sans"/>
                <a:cs typeface="DejaVu Sans"/>
              </a:defRPr>
            </a:lvl1pPr>
            <a:lvl2pPr>
              <a:defRPr sz="1725">
                <a:solidFill>
                  <a:srgbClr val="AAB8C0"/>
                </a:solidFill>
                <a:latin typeface="DejaVu Sans"/>
                <a:ea typeface="DejaVu Sans"/>
                <a:cs typeface="DejaVu Sans"/>
              </a:defRPr>
            </a:lvl2pPr>
            <a:lvl3pPr>
              <a:defRPr sz="1725">
                <a:solidFill>
                  <a:srgbClr val="AAB8C0"/>
                </a:solidFill>
                <a:latin typeface="DejaVu Sans"/>
                <a:ea typeface="DejaVu Sans"/>
                <a:cs typeface="DejaVu Sans"/>
              </a:defRPr>
            </a:lvl3pPr>
            <a:lvl4pPr>
              <a:defRPr sz="1725">
                <a:solidFill>
                  <a:srgbClr val="AAB8C0"/>
                </a:solidFill>
                <a:latin typeface="DejaVu Sans"/>
                <a:ea typeface="DejaVu Sans"/>
                <a:cs typeface="DejaVu Sans"/>
              </a:defRPr>
            </a:lvl4pPr>
            <a:lvl5pPr>
              <a:defRPr sz="1725">
                <a:solidFill>
                  <a:srgbClr val="AAB8C0"/>
                </a:solidFill>
                <a:latin typeface="DejaVu Sans"/>
                <a:ea typeface="DejaVu Sans"/>
                <a:cs typeface="DejaVu Sans"/>
              </a:defRPr>
            </a:lvl5pPr>
            <a:lvl6pPr>
              <a:defRPr sz="1725">
                <a:solidFill>
                  <a:srgbClr val="AAB8C0"/>
                </a:solidFill>
                <a:latin typeface="DejaVu Sans"/>
                <a:ea typeface="DejaVu Sans"/>
                <a:cs typeface="DejaVu Sans"/>
              </a:defRPr>
            </a:lvl6pPr>
            <a:lvl7pPr>
              <a:defRPr sz="1725">
                <a:solidFill>
                  <a:srgbClr val="AAB8C0"/>
                </a:solidFill>
                <a:latin typeface="DejaVu Sans"/>
                <a:ea typeface="DejaVu Sans"/>
                <a:cs typeface="DejaVu Sans"/>
              </a:defRPr>
            </a:lvl7pPr>
            <a:lvl8pPr>
              <a:defRPr sz="1725">
                <a:solidFill>
                  <a:srgbClr val="AAB8C0"/>
                </a:solidFill>
                <a:latin typeface="DejaVu Sans"/>
                <a:ea typeface="DejaVu Sans"/>
                <a:cs typeface="DejaVu Sans"/>
              </a:defRPr>
            </a:lvl8pPr>
            <a:lvl9pPr>
              <a:defRPr sz="1725">
                <a:solidFill>
                  <a:srgbClr val="AAB8C0"/>
                </a:solidFill>
                <a:latin typeface="DejaVu Sans"/>
                <a:ea typeface="DejaVu Sans"/>
                <a:cs typeface="DejaVu Sans"/>
              </a:defRPr>
            </a:lvl9pPr>
          </a:lstStyle>
          <a:p xmlns:a="http://schemas.openxmlformats.org/drawingml/2006/main">
            <a:pPr>
              <a:defRPr sz="1725">
                <a:solidFill>
                  <a:srgbClr val="AAB8C0"/>
                </a:solidFill>
                <a:latin typeface="DejaVu Sans"/>
                <a:ea typeface="DejaVu Sans"/>
                <a:cs typeface="DejaVu Sans"/>
              </a:defRPr>
            </a:pPr>
            <a:r>
              <a:rPr sz="1725">
                <a:solidFill>
                  <a:srgbClr val="AAB8C0"/>
                </a:solidFill>
                <a:latin typeface="DejaVu Sans"/>
                <a:ea typeface="DejaVu Sans"/>
                <a:cs typeface="DejaVu Sans"/>
              </a:rPr>
              <a:t>Required evidence</a:t>
            </a:r>
          </a:p>
        </p:txBody>
      </p:sp>
      <p:sp>
        <p:nvSpPr>
          <p:cNvPr id="15" name="column-Possible next step">
            <a:extLst xmlns:a="http://schemas.openxmlformats.org/drawingml/2006/main">
              <a:ext uri="{FF2B5EF4-FFF2-40B4-BE49-F238E27FC236}">
                <a16:creationId xmlns:a16="http://schemas.microsoft.com/office/drawing/2014/main" id="{E6D6B14C-170B-46F8-A023-EF9F612786E0}"/>
              </a:ext>
            </a:extLst>
          </p:cNvPr>
          <p:cNvSpPr>
            <a:spLocks xmlns:a="http://schemas.openxmlformats.org/drawingml/2006/main" noGrp="1"/>
          </p:cNvSpPr>
          <p:nvPr/>
        </p:nvSpPr>
        <p:spPr>
          <a:xfrm xmlns:a="http://schemas.openxmlformats.org/drawingml/2006/main">
            <a:off x="8953500" y="1381125"/>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AAB8C0"/>
                </a:solidFill>
                <a:latin typeface="DejaVu Sans"/>
                <a:ea typeface="DejaVu Sans"/>
                <a:cs typeface="DejaVu Sans"/>
              </a:defRPr>
            </a:defPPr>
            <a:lvl1pPr>
              <a:defRPr sz="1725">
                <a:solidFill>
                  <a:srgbClr val="AAB8C0"/>
                </a:solidFill>
                <a:latin typeface="DejaVu Sans"/>
                <a:ea typeface="DejaVu Sans"/>
                <a:cs typeface="DejaVu Sans"/>
              </a:defRPr>
            </a:lvl1pPr>
            <a:lvl2pPr>
              <a:defRPr sz="1725">
                <a:solidFill>
                  <a:srgbClr val="AAB8C0"/>
                </a:solidFill>
                <a:latin typeface="DejaVu Sans"/>
                <a:ea typeface="DejaVu Sans"/>
                <a:cs typeface="DejaVu Sans"/>
              </a:defRPr>
            </a:lvl2pPr>
            <a:lvl3pPr>
              <a:defRPr sz="1725">
                <a:solidFill>
                  <a:srgbClr val="AAB8C0"/>
                </a:solidFill>
                <a:latin typeface="DejaVu Sans"/>
                <a:ea typeface="DejaVu Sans"/>
                <a:cs typeface="DejaVu Sans"/>
              </a:defRPr>
            </a:lvl3pPr>
            <a:lvl4pPr>
              <a:defRPr sz="1725">
                <a:solidFill>
                  <a:srgbClr val="AAB8C0"/>
                </a:solidFill>
                <a:latin typeface="DejaVu Sans"/>
                <a:ea typeface="DejaVu Sans"/>
                <a:cs typeface="DejaVu Sans"/>
              </a:defRPr>
            </a:lvl4pPr>
            <a:lvl5pPr>
              <a:defRPr sz="1725">
                <a:solidFill>
                  <a:srgbClr val="AAB8C0"/>
                </a:solidFill>
                <a:latin typeface="DejaVu Sans"/>
                <a:ea typeface="DejaVu Sans"/>
                <a:cs typeface="DejaVu Sans"/>
              </a:defRPr>
            </a:lvl5pPr>
            <a:lvl6pPr>
              <a:defRPr sz="1725">
                <a:solidFill>
                  <a:srgbClr val="AAB8C0"/>
                </a:solidFill>
                <a:latin typeface="DejaVu Sans"/>
                <a:ea typeface="DejaVu Sans"/>
                <a:cs typeface="DejaVu Sans"/>
              </a:defRPr>
            </a:lvl6pPr>
            <a:lvl7pPr>
              <a:defRPr sz="1725">
                <a:solidFill>
                  <a:srgbClr val="AAB8C0"/>
                </a:solidFill>
                <a:latin typeface="DejaVu Sans"/>
                <a:ea typeface="DejaVu Sans"/>
                <a:cs typeface="DejaVu Sans"/>
              </a:defRPr>
            </a:lvl7pPr>
            <a:lvl8pPr>
              <a:defRPr sz="1725">
                <a:solidFill>
                  <a:srgbClr val="AAB8C0"/>
                </a:solidFill>
                <a:latin typeface="DejaVu Sans"/>
                <a:ea typeface="DejaVu Sans"/>
                <a:cs typeface="DejaVu Sans"/>
              </a:defRPr>
            </a:lvl8pPr>
            <a:lvl9pPr>
              <a:defRPr sz="1725">
                <a:solidFill>
                  <a:srgbClr val="AAB8C0"/>
                </a:solidFill>
                <a:latin typeface="DejaVu Sans"/>
                <a:ea typeface="DejaVu Sans"/>
                <a:cs typeface="DejaVu Sans"/>
              </a:defRPr>
            </a:lvl9pPr>
          </a:lstStyle>
          <a:p xmlns:a="http://schemas.openxmlformats.org/drawingml/2006/main">
            <a:pPr>
              <a:defRPr sz="1725">
                <a:solidFill>
                  <a:srgbClr val="AAB8C0"/>
                </a:solidFill>
                <a:latin typeface="DejaVu Sans"/>
                <a:ea typeface="DejaVu Sans"/>
                <a:cs typeface="DejaVu Sans"/>
              </a:defRPr>
            </a:pPr>
            <a:r>
              <a:rPr sz="1725">
                <a:solidFill>
                  <a:srgbClr val="AAB8C0"/>
                </a:solidFill>
                <a:latin typeface="DejaVu Sans"/>
                <a:ea typeface="DejaVu Sans"/>
                <a:cs typeface="DejaVu Sans"/>
              </a:rPr>
              <a:t>Possible next step</a:t>
            </a:r>
          </a:p>
        </p:txBody>
      </p:sp>
    </p:spTree>
    <p:extLst>
      <p:ext uri="{BB962C8B-B14F-4D97-AF65-F5344CB8AC3E}">
        <p14:creationId xmlns:p14="http://schemas.microsoft.com/office/powerpoint/2010/main" val="2015146927"/>
      </p:ext>
    </p:extLst>
  </p:cSld>
</p:sld>
</file>

<file path=ppt/slides/slide15.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3DBFE118-8DA7-4E76-8AD9-4311D9982CE9}"/>
              </a:ext>
            </a:extLst>
          </p:cNvPr>
          <p:cNvCxnSpPr>
            <a:stCxn xmlns:a="http://schemas.openxmlformats.org/drawingml/2006/main" id="6" idx="3"/>
            <a:endCxn xmlns:a="http://schemas.openxmlformats.org/drawingml/2006/main" id="7" idx="1"/>
          </p:cNvCxnSpPr>
          <p:nvPr/>
        </p:nvCxnSpPr>
        <p:spPr>
          <a:xfrm xmlns:a="http://schemas.openxmlformats.org/drawingml/2006/main">
            <a:off x="7667625" y="2786063"/>
            <a:ext cx="771525" cy="0"/>
          </a:xfrm>
          <a:prstGeom xmlns:a="http://schemas.openxmlformats.org/drawingml/2006/main" prst="straightConnector1">
            <a:avLst/>
          </a:prstGeom>
          <a:ln xmlns:a="http://schemas.openxmlformats.org/drawingml/2006/main" w="19050">
            <a:solidFill>
              <a:srgbClr val="556873"/>
            </a:solidFill>
            <a:prstDash val="solid"/>
            <a:tailEnd type="triangle" w="med" len="med"/>
          </a:ln>
        </p:spPr>
      </p:cxnSp>
      <p:cxnSp>
        <p:nvCxnSpPr>
          <p:cNvPr id="3" name="">
            <a:extLst xmlns:a="http://schemas.openxmlformats.org/drawingml/2006/main">
              <a:ext uri="{FF2B5EF4-FFF2-40B4-BE49-F238E27FC236}">
                <a16:creationId xmlns:a16="http://schemas.microsoft.com/office/drawing/2014/main" id="{F7999FBB-788C-491D-A075-686BE3E9A34D}"/>
              </a:ext>
            </a:extLst>
          </p:cNvPr>
          <p:cNvCxnSpPr>
            <a:stCxn xmlns:a="http://schemas.openxmlformats.org/drawingml/2006/main" id="5" idx="3"/>
            <a:endCxn xmlns:a="http://schemas.openxmlformats.org/drawingml/2006/main" id="6" idx="1"/>
          </p:cNvCxnSpPr>
          <p:nvPr/>
        </p:nvCxnSpPr>
        <p:spPr>
          <a:xfrm xmlns:a="http://schemas.openxmlformats.org/drawingml/2006/main">
            <a:off x="3752850" y="2786063"/>
            <a:ext cx="771525" cy="0"/>
          </a:xfrm>
          <a:prstGeom xmlns:a="http://schemas.openxmlformats.org/drawingml/2006/main" prst="straightConnector1">
            <a:avLst/>
          </a:prstGeom>
          <a:ln xmlns:a="http://schemas.openxmlformats.org/drawingml/2006/main" w="19050">
            <a:solidFill>
              <a:srgbClr val="556873"/>
            </a:solidFill>
            <a:prstDash val="solid"/>
            <a:tailEnd type="triangle" w="med" len="med"/>
          </a:ln>
        </p:spPr>
      </p:cxnSp>
      <p:sp>
        <p:nvSpPr>
          <p:cNvPr id="4" name="title">
            <a:extLst xmlns:a="http://schemas.openxmlformats.org/drawingml/2006/main">
              <a:ext uri="{FF2B5EF4-FFF2-40B4-BE49-F238E27FC236}">
                <a16:creationId xmlns:a16="http://schemas.microsoft.com/office/drawing/2014/main" id="{2925EECA-F686-4312-96F2-EB2B9A530B1B}"/>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EngArg and EAL-MCP</a:t>
            </a:r>
          </a:p>
        </p:txBody>
      </p:sp>
      <p:sp>
        <p:nvSpPr>
          <p:cNvPr id="5" name="engarg">
            <a:extLst xmlns:a="http://schemas.openxmlformats.org/drawingml/2006/main">
              <a:ext uri="{FF2B5EF4-FFF2-40B4-BE49-F238E27FC236}">
                <a16:creationId xmlns:a16="http://schemas.microsoft.com/office/drawing/2014/main" id="{A082C023-D768-447B-84EE-709002C21DF8}"/>
              </a:ext>
            </a:extLst>
          </p:cNvPr>
          <p:cNvSpPr>
            <a:spLocks xmlns:a="http://schemas.openxmlformats.org/drawingml/2006/main" noGrp="1"/>
          </p:cNvSpPr>
          <p:nvPr/>
        </p:nvSpPr>
        <p:spPr>
          <a:xfrm xmlns:a="http://schemas.openxmlformats.org/drawingml/2006/main">
            <a:off x="609600" y="2238375"/>
            <a:ext cx="3143250" cy="1095375"/>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EngArg</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Argument and support obligations</a:t>
            </a:r>
          </a:p>
        </p:txBody>
      </p:sp>
      <p:sp>
        <p:nvSpPr>
          <p:cNvPr id="6" name="tools">
            <a:extLst xmlns:a="http://schemas.openxmlformats.org/drawingml/2006/main">
              <a:ext uri="{FF2B5EF4-FFF2-40B4-BE49-F238E27FC236}">
                <a16:creationId xmlns:a16="http://schemas.microsoft.com/office/drawing/2014/main" id="{E721FB66-DC86-460A-9A15-DDA1E8E16851}"/>
              </a:ext>
            </a:extLst>
          </p:cNvPr>
          <p:cNvSpPr>
            <a:spLocks xmlns:a="http://schemas.openxmlformats.org/drawingml/2006/main" noGrp="1"/>
          </p:cNvSpPr>
          <p:nvPr/>
        </p:nvSpPr>
        <p:spPr>
          <a:xfrm xmlns:a="http://schemas.openxmlformats.org/drawingml/2006/main">
            <a:off x="4524375" y="2238375"/>
            <a:ext cx="3143250" cy="1095375"/>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Evidence collectors</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Configured or generated</a:t>
            </a:r>
          </a:p>
        </p:txBody>
      </p:sp>
      <p:sp>
        <p:nvSpPr>
          <p:cNvPr id="7" name="eal">
            <a:extLst xmlns:a="http://schemas.openxmlformats.org/drawingml/2006/main">
              <a:ext uri="{FF2B5EF4-FFF2-40B4-BE49-F238E27FC236}">
                <a16:creationId xmlns:a16="http://schemas.microsoft.com/office/drawing/2014/main" id="{D89CD730-4B50-4F53-8926-57F143E0B485}"/>
              </a:ext>
            </a:extLst>
          </p:cNvPr>
          <p:cNvSpPr>
            <a:spLocks xmlns:a="http://schemas.openxmlformats.org/drawingml/2006/main" noGrp="1"/>
          </p:cNvSpPr>
          <p:nvPr/>
        </p:nvSpPr>
        <p:spPr>
          <a:xfrm xmlns:a="http://schemas.openxmlformats.org/drawingml/2006/main">
            <a:off x="8439150" y="2238375"/>
            <a:ext cx="3143250" cy="1095375"/>
          </a:xfrm>
          <a:prstGeom xmlns:a="http://schemas.openxmlformats.org/drawingml/2006/main" prst="rect">
            <a:avLst/>
          </a:prstGeom>
          <a:solidFill xmlns:a="http://schemas.openxmlformats.org/drawingml/2006/main">
            <a:srgbClr val="E3ECEB"/>
          </a:solidFill>
          <a:ln xmlns:a="http://schemas.openxmlformats.org/drawingml/2006/main" w="14288">
            <a:solidFill>
              <a:srgbClr val="829C9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82731"/>
                </a:solidFill>
                <a:latin typeface="DejaVu Sans"/>
                <a:ea typeface="DejaVu Sans"/>
                <a:cs typeface="DejaVu Sans"/>
              </a:defRPr>
            </a:defPPr>
            <a:lvl1pPr algn="ctr">
              <a:defRPr sz="1875" b="0">
                <a:solidFill>
                  <a:srgbClr val="182731"/>
                </a:solidFill>
                <a:latin typeface="DejaVu Sans"/>
                <a:ea typeface="DejaVu Sans"/>
                <a:cs typeface="DejaVu Sans"/>
              </a:defRPr>
            </a:lvl1pPr>
            <a:lvl2pPr algn="ctr">
              <a:defRPr sz="1875" b="0">
                <a:solidFill>
                  <a:srgbClr val="182731"/>
                </a:solidFill>
                <a:latin typeface="DejaVu Sans"/>
                <a:ea typeface="DejaVu Sans"/>
                <a:cs typeface="DejaVu Sans"/>
              </a:defRPr>
            </a:lvl2pPr>
            <a:lvl3pPr algn="ctr">
              <a:defRPr sz="1875" b="0">
                <a:solidFill>
                  <a:srgbClr val="182731"/>
                </a:solidFill>
                <a:latin typeface="DejaVu Sans"/>
                <a:ea typeface="DejaVu Sans"/>
                <a:cs typeface="DejaVu Sans"/>
              </a:defRPr>
            </a:lvl3pPr>
            <a:lvl4pPr algn="ctr">
              <a:defRPr sz="1875" b="0">
                <a:solidFill>
                  <a:srgbClr val="182731"/>
                </a:solidFill>
                <a:latin typeface="DejaVu Sans"/>
                <a:ea typeface="DejaVu Sans"/>
                <a:cs typeface="DejaVu Sans"/>
              </a:defRPr>
            </a:lvl4pPr>
            <a:lvl5pPr algn="ctr">
              <a:defRPr sz="1875" b="0">
                <a:solidFill>
                  <a:srgbClr val="182731"/>
                </a:solidFill>
                <a:latin typeface="DejaVu Sans"/>
                <a:ea typeface="DejaVu Sans"/>
                <a:cs typeface="DejaVu Sans"/>
              </a:defRPr>
            </a:lvl5pPr>
            <a:lvl6pPr algn="ctr">
              <a:defRPr sz="1875" b="0">
                <a:solidFill>
                  <a:srgbClr val="182731"/>
                </a:solidFill>
                <a:latin typeface="DejaVu Sans"/>
                <a:ea typeface="DejaVu Sans"/>
                <a:cs typeface="DejaVu Sans"/>
              </a:defRPr>
            </a:lvl6pPr>
            <a:lvl7pPr algn="ctr">
              <a:defRPr sz="1875" b="0">
                <a:solidFill>
                  <a:srgbClr val="182731"/>
                </a:solidFill>
                <a:latin typeface="DejaVu Sans"/>
                <a:ea typeface="DejaVu Sans"/>
                <a:cs typeface="DejaVu Sans"/>
              </a:defRPr>
            </a:lvl7pPr>
            <a:lvl8pPr algn="ctr">
              <a:defRPr sz="1875" b="0">
                <a:solidFill>
                  <a:srgbClr val="182731"/>
                </a:solidFill>
                <a:latin typeface="DejaVu Sans"/>
                <a:ea typeface="DejaVu Sans"/>
                <a:cs typeface="DejaVu Sans"/>
              </a:defRPr>
            </a:lvl8pPr>
            <a:lvl9pPr algn="ctr">
              <a:defRPr sz="1875" b="0">
                <a:solidFill>
                  <a:srgbClr val="182731"/>
                </a:solidFill>
                <a:latin typeface="DejaVu Sans"/>
                <a:ea typeface="DejaVu Sans"/>
                <a:cs typeface="DejaVu Sans"/>
              </a:defRPr>
            </a:lvl9pPr>
          </a:lstStyle>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EAL-MCP</a:t>
            </a:r>
          </a:p>
          <a:p xmlns:a="http://schemas.openxmlformats.org/drawingml/2006/main">
            <a:pPr algn="ctr">
              <a:defRPr sz="1875" b="0">
                <a:solidFill>
                  <a:srgbClr val="182731"/>
                </a:solidFill>
                <a:latin typeface="DejaVu Sans"/>
                <a:ea typeface="DejaVu Sans"/>
                <a:cs typeface="DejaVu Sans"/>
              </a:defRPr>
            </a:pPr>
            <a:r>
              <a:rPr sz="1875" b="0">
                <a:solidFill>
                  <a:srgbClr val="182731"/>
                </a:solidFill>
                <a:latin typeface="DejaVu Sans"/>
                <a:ea typeface="DejaVu Sans"/>
                <a:cs typeface="DejaVu Sans"/>
              </a:rPr>
              <a:t>Observations and scoped assessment</a:t>
            </a:r>
          </a:p>
        </p:txBody>
      </p:sp>
      <p:sp>
        <p:nvSpPr>
          <p:cNvPr id="8" name="foundation">
            <a:extLst xmlns:a="http://schemas.openxmlformats.org/drawingml/2006/main">
              <a:ext uri="{FF2B5EF4-FFF2-40B4-BE49-F238E27FC236}">
                <a16:creationId xmlns:a16="http://schemas.microsoft.com/office/drawing/2014/main" id="{9F30278D-D9DB-499D-8E38-DE12625248FB}"/>
              </a:ext>
            </a:extLst>
          </p:cNvPr>
          <p:cNvSpPr>
            <a:spLocks xmlns:a="http://schemas.openxmlformats.org/drawingml/2006/main" noGrp="1"/>
          </p:cNvSpPr>
          <p:nvPr/>
        </p:nvSpPr>
        <p:spPr>
          <a:xfrm xmlns:a="http://schemas.openxmlformats.org/drawingml/2006/main">
            <a:off x="609600" y="419100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82731"/>
                </a:solidFill>
                <a:latin typeface="DejaVu Sans"/>
                <a:ea typeface="DejaVu Sans"/>
                <a:cs typeface="DejaVu Sans"/>
              </a:defRPr>
            </a:defPPr>
            <a:lvl1pPr algn="l">
              <a:defRPr sz="2325" b="1">
                <a:solidFill>
                  <a:srgbClr val="182731"/>
                </a:solidFill>
                <a:latin typeface="DejaVu Sans"/>
                <a:ea typeface="DejaVu Sans"/>
                <a:cs typeface="DejaVu Sans"/>
              </a:defRPr>
            </a:lvl1pPr>
            <a:lvl2pPr algn="l">
              <a:defRPr sz="2325" b="1">
                <a:solidFill>
                  <a:srgbClr val="182731"/>
                </a:solidFill>
                <a:latin typeface="DejaVu Sans"/>
                <a:ea typeface="DejaVu Sans"/>
                <a:cs typeface="DejaVu Sans"/>
              </a:defRPr>
            </a:lvl2pPr>
            <a:lvl3pPr algn="l">
              <a:defRPr sz="2325" b="1">
                <a:solidFill>
                  <a:srgbClr val="182731"/>
                </a:solidFill>
                <a:latin typeface="DejaVu Sans"/>
                <a:ea typeface="DejaVu Sans"/>
                <a:cs typeface="DejaVu Sans"/>
              </a:defRPr>
            </a:lvl3pPr>
            <a:lvl4pPr algn="l">
              <a:defRPr sz="2325" b="1">
                <a:solidFill>
                  <a:srgbClr val="182731"/>
                </a:solidFill>
                <a:latin typeface="DejaVu Sans"/>
                <a:ea typeface="DejaVu Sans"/>
                <a:cs typeface="DejaVu Sans"/>
              </a:defRPr>
            </a:lvl4pPr>
            <a:lvl5pPr algn="l">
              <a:defRPr sz="2325" b="1">
                <a:solidFill>
                  <a:srgbClr val="182731"/>
                </a:solidFill>
                <a:latin typeface="DejaVu Sans"/>
                <a:ea typeface="DejaVu Sans"/>
                <a:cs typeface="DejaVu Sans"/>
              </a:defRPr>
            </a:lvl5pPr>
            <a:lvl6pPr algn="l">
              <a:defRPr sz="2325" b="1">
                <a:solidFill>
                  <a:srgbClr val="182731"/>
                </a:solidFill>
                <a:latin typeface="DejaVu Sans"/>
                <a:ea typeface="DejaVu Sans"/>
                <a:cs typeface="DejaVu Sans"/>
              </a:defRPr>
            </a:lvl6pPr>
            <a:lvl7pPr algn="l">
              <a:defRPr sz="2325" b="1">
                <a:solidFill>
                  <a:srgbClr val="182731"/>
                </a:solidFill>
                <a:latin typeface="DejaVu Sans"/>
                <a:ea typeface="DejaVu Sans"/>
                <a:cs typeface="DejaVu Sans"/>
              </a:defRPr>
            </a:lvl7pPr>
            <a:lvl8pPr algn="l">
              <a:defRPr sz="2325" b="1">
                <a:solidFill>
                  <a:srgbClr val="182731"/>
                </a:solidFill>
                <a:latin typeface="DejaVu Sans"/>
                <a:ea typeface="DejaVu Sans"/>
                <a:cs typeface="DejaVu Sans"/>
              </a:defRPr>
            </a:lvl8pPr>
            <a:lvl9pPr algn="l">
              <a:defRPr sz="2325" b="1">
                <a:solidFill>
                  <a:srgbClr val="182731"/>
                </a:solidFill>
                <a:latin typeface="DejaVu Sans"/>
                <a:ea typeface="DejaVu Sans"/>
                <a:cs typeface="DejaVu Sans"/>
              </a:defRPr>
            </a:lvl9pPr>
          </a:lstStyle>
          <a:p xmlns:a="http://schemas.openxmlformats.org/drawingml/2006/main">
            <a:pPr algn="l">
              <a:defRPr sz="2325" b="1">
                <a:solidFill>
                  <a:srgbClr val="182731"/>
                </a:solidFill>
                <a:latin typeface="DejaVu Sans"/>
                <a:ea typeface="DejaVu Sans"/>
                <a:cs typeface="DejaVu Sans"/>
              </a:defRPr>
            </a:pPr>
            <a:r>
              <a:rPr sz="2325" b="1">
                <a:solidFill>
                  <a:srgbClr val="182731"/>
                </a:solidFill>
                <a:latin typeface="DejaVu Sans"/>
                <a:ea typeface="DejaVu Sans"/>
                <a:cs typeface="DejaVu Sans"/>
              </a:rPr>
              <a:t>Existing foundations</a:t>
            </a:r>
          </a:p>
        </p:txBody>
      </p:sp>
      <p:sp>
        <p:nvSpPr>
          <p:cNvPr id="9" name="foundation-body">
            <a:extLst xmlns:a="http://schemas.openxmlformats.org/drawingml/2006/main">
              <a:ext uri="{FF2B5EF4-FFF2-40B4-BE49-F238E27FC236}">
                <a16:creationId xmlns:a16="http://schemas.microsoft.com/office/drawing/2014/main" id="{CF9DD40D-8F65-4EDE-98ED-8E8099CC155E}"/>
              </a:ext>
            </a:extLst>
          </p:cNvPr>
          <p:cNvSpPr>
            <a:spLocks xmlns:a="http://schemas.openxmlformats.org/drawingml/2006/main" noGrp="1"/>
          </p:cNvSpPr>
          <p:nvPr/>
        </p:nvSpPr>
        <p:spPr>
          <a:xfrm xmlns:a="http://schemas.openxmlformats.org/drawingml/2006/main">
            <a:off x="609600" y="485775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82731"/>
                </a:solidFill>
                <a:latin typeface="DejaVu Sans"/>
                <a:ea typeface="DejaVu Sans"/>
                <a:cs typeface="DejaVu Sans"/>
              </a:defRPr>
            </a:defPPr>
            <a:lvl1pPr algn="l">
              <a:defRPr sz="2325" b="0">
                <a:solidFill>
                  <a:srgbClr val="182731"/>
                </a:solidFill>
                <a:latin typeface="DejaVu Sans"/>
                <a:ea typeface="DejaVu Sans"/>
                <a:cs typeface="DejaVu Sans"/>
              </a:defRPr>
            </a:lvl1pPr>
            <a:lvl2pPr algn="l">
              <a:defRPr sz="2325" b="0">
                <a:solidFill>
                  <a:srgbClr val="182731"/>
                </a:solidFill>
                <a:latin typeface="DejaVu Sans"/>
                <a:ea typeface="DejaVu Sans"/>
                <a:cs typeface="DejaVu Sans"/>
              </a:defRPr>
            </a:lvl2pPr>
            <a:lvl3pPr algn="l">
              <a:defRPr sz="2325" b="0">
                <a:solidFill>
                  <a:srgbClr val="182731"/>
                </a:solidFill>
                <a:latin typeface="DejaVu Sans"/>
                <a:ea typeface="DejaVu Sans"/>
                <a:cs typeface="DejaVu Sans"/>
              </a:defRPr>
            </a:lvl3pPr>
            <a:lvl4pPr algn="l">
              <a:defRPr sz="2325" b="0">
                <a:solidFill>
                  <a:srgbClr val="182731"/>
                </a:solidFill>
                <a:latin typeface="DejaVu Sans"/>
                <a:ea typeface="DejaVu Sans"/>
                <a:cs typeface="DejaVu Sans"/>
              </a:defRPr>
            </a:lvl4pPr>
            <a:lvl5pPr algn="l">
              <a:defRPr sz="2325" b="0">
                <a:solidFill>
                  <a:srgbClr val="182731"/>
                </a:solidFill>
                <a:latin typeface="DejaVu Sans"/>
                <a:ea typeface="DejaVu Sans"/>
                <a:cs typeface="DejaVu Sans"/>
              </a:defRPr>
            </a:lvl5pPr>
            <a:lvl6pPr algn="l">
              <a:defRPr sz="2325" b="0">
                <a:solidFill>
                  <a:srgbClr val="182731"/>
                </a:solidFill>
                <a:latin typeface="DejaVu Sans"/>
                <a:ea typeface="DejaVu Sans"/>
                <a:cs typeface="DejaVu Sans"/>
              </a:defRPr>
            </a:lvl6pPr>
            <a:lvl7pPr algn="l">
              <a:defRPr sz="2325" b="0">
                <a:solidFill>
                  <a:srgbClr val="182731"/>
                </a:solidFill>
                <a:latin typeface="DejaVu Sans"/>
                <a:ea typeface="DejaVu Sans"/>
                <a:cs typeface="DejaVu Sans"/>
              </a:defRPr>
            </a:lvl7pPr>
            <a:lvl8pPr algn="l">
              <a:defRPr sz="2325" b="0">
                <a:solidFill>
                  <a:srgbClr val="182731"/>
                </a:solidFill>
                <a:latin typeface="DejaVu Sans"/>
                <a:ea typeface="DejaVu Sans"/>
                <a:cs typeface="DejaVu Sans"/>
              </a:defRPr>
            </a:lvl8pPr>
            <a:lvl9pPr algn="l">
              <a:defRPr sz="2325" b="0">
                <a:solidFill>
                  <a:srgbClr val="182731"/>
                </a:solidFill>
                <a:latin typeface="DejaVu Sans"/>
                <a:ea typeface="DejaVu Sans"/>
                <a:cs typeface="DejaVu Sans"/>
              </a:defRPr>
            </a:lvl9pPr>
          </a:lstStyle>
          <a:p xmlns:a="http://schemas.openxmlformats.org/drawingml/2006/main">
            <a:pPr algn="l">
              <a:defRPr sz="2325" b="0">
                <a:solidFill>
                  <a:srgbClr val="182731"/>
                </a:solidFill>
                <a:latin typeface="DejaVu Sans"/>
                <a:ea typeface="DejaVu Sans"/>
                <a:cs typeface="DejaVu Sans"/>
              </a:defRPr>
            </a:pPr>
            <a:r>
              <a:rPr sz="2325" b="0">
                <a:solidFill>
                  <a:srgbClr val="182731"/>
                </a:solidFill>
                <a:latin typeface="DejaVu Sans"/>
                <a:ea typeface="DejaVu Sans"/>
                <a:cs typeface="DejaVu Sans"/>
              </a:rPr>
              <a:t>Typed bindings, retained observations and compatible reuse support repeated assessment.</a:t>
            </a:r>
          </a:p>
        </p:txBody>
      </p:sp>
    </p:spTree>
    <p:extLst>
      <p:ext uri="{BB962C8B-B14F-4D97-AF65-F5344CB8AC3E}">
        <p14:creationId xmlns:p14="http://schemas.microsoft.com/office/powerpoint/2010/main" val="405101758"/>
      </p:ext>
    </p:extLst>
  </p:cSld>
</p:sld>
</file>

<file path=ppt/slides/slide16.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D280B18-A21C-4911-9507-DA8DF9EF0E98}"/>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The remaining integration</a:t>
            </a:r>
          </a:p>
        </p:txBody>
      </p:sp>
      <p:sp>
        <p:nvSpPr>
          <p:cNvPr id="3" name="extension-0">
            <a:extLst xmlns:a="http://schemas.openxmlformats.org/drawingml/2006/main">
              <a:ext uri="{FF2B5EF4-FFF2-40B4-BE49-F238E27FC236}">
                <a16:creationId xmlns:a16="http://schemas.microsoft.com/office/drawing/2014/main" id="{B69F4DFA-32B1-43E2-94CC-0AE02E7F148D}"/>
              </a:ext>
            </a:extLst>
          </p:cNvPr>
          <p:cNvSpPr>
            <a:spLocks xmlns:a="http://schemas.openxmlformats.org/drawingml/2006/main" noGrp="1"/>
          </p:cNvSpPr>
          <p:nvPr/>
        </p:nvSpPr>
        <p:spPr>
          <a:xfrm xmlns:a="http://schemas.openxmlformats.org/drawingml/2006/main">
            <a:off x="609600" y="1762125"/>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Work orchestration</a:t>
            </a:r>
          </a:p>
        </p:txBody>
      </p:sp>
      <p:sp>
        <p:nvSpPr>
          <p:cNvPr id="4" name="detail-0">
            <a:extLst xmlns:a="http://schemas.openxmlformats.org/drawingml/2006/main">
              <a:ext uri="{FF2B5EF4-FFF2-40B4-BE49-F238E27FC236}">
                <a16:creationId xmlns:a16="http://schemas.microsoft.com/office/drawing/2014/main" id="{3C3C2D32-2292-4F3E-BE7A-29F039DEEDE5}"/>
              </a:ext>
            </a:extLst>
          </p:cNvPr>
          <p:cNvSpPr>
            <a:spLocks xmlns:a="http://schemas.openxmlformats.org/drawingml/2006/main" noGrp="1"/>
          </p:cNvSpPr>
          <p:nvPr/>
        </p:nvSpPr>
        <p:spPr>
          <a:xfrm xmlns:a="http://schemas.openxmlformats.org/drawingml/2006/main">
            <a:off x="4476750" y="1762125"/>
            <a:ext cx="7096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DejaVu Sans"/>
                <a:ea typeface="DejaVu Sans"/>
                <a:cs typeface="DejaVu Sans"/>
              </a:defRPr>
            </a:defPPr>
            <a:lvl1pPr algn="l">
              <a:defRPr sz="2175" b="0">
                <a:solidFill>
                  <a:srgbClr val="FFFFFF"/>
                </a:solidFill>
                <a:latin typeface="DejaVu Sans"/>
                <a:ea typeface="DejaVu Sans"/>
                <a:cs typeface="DejaVu Sans"/>
              </a:defRPr>
            </a:lvl1pPr>
            <a:lvl2pPr algn="l">
              <a:defRPr sz="2175" b="0">
                <a:solidFill>
                  <a:srgbClr val="FFFFFF"/>
                </a:solidFill>
                <a:latin typeface="DejaVu Sans"/>
                <a:ea typeface="DejaVu Sans"/>
                <a:cs typeface="DejaVu Sans"/>
              </a:defRPr>
            </a:lvl2pPr>
            <a:lvl3pPr algn="l">
              <a:defRPr sz="2175" b="0">
                <a:solidFill>
                  <a:srgbClr val="FFFFFF"/>
                </a:solidFill>
                <a:latin typeface="DejaVu Sans"/>
                <a:ea typeface="DejaVu Sans"/>
                <a:cs typeface="DejaVu Sans"/>
              </a:defRPr>
            </a:lvl3pPr>
            <a:lvl4pPr algn="l">
              <a:defRPr sz="2175" b="0">
                <a:solidFill>
                  <a:srgbClr val="FFFFFF"/>
                </a:solidFill>
                <a:latin typeface="DejaVu Sans"/>
                <a:ea typeface="DejaVu Sans"/>
                <a:cs typeface="DejaVu Sans"/>
              </a:defRPr>
            </a:lvl4pPr>
            <a:lvl5pPr algn="l">
              <a:defRPr sz="2175" b="0">
                <a:solidFill>
                  <a:srgbClr val="FFFFFF"/>
                </a:solidFill>
                <a:latin typeface="DejaVu Sans"/>
                <a:ea typeface="DejaVu Sans"/>
                <a:cs typeface="DejaVu Sans"/>
              </a:defRPr>
            </a:lvl5pPr>
            <a:lvl6pPr algn="l">
              <a:defRPr sz="2175" b="0">
                <a:solidFill>
                  <a:srgbClr val="FFFFFF"/>
                </a:solidFill>
                <a:latin typeface="DejaVu Sans"/>
                <a:ea typeface="DejaVu Sans"/>
                <a:cs typeface="DejaVu Sans"/>
              </a:defRPr>
            </a:lvl6pPr>
            <a:lvl7pPr algn="l">
              <a:defRPr sz="2175" b="0">
                <a:solidFill>
                  <a:srgbClr val="FFFFFF"/>
                </a:solidFill>
                <a:latin typeface="DejaVu Sans"/>
                <a:ea typeface="DejaVu Sans"/>
                <a:cs typeface="DejaVu Sans"/>
              </a:defRPr>
            </a:lvl7pPr>
            <a:lvl8pPr algn="l">
              <a:defRPr sz="2175" b="0">
                <a:solidFill>
                  <a:srgbClr val="FFFFFF"/>
                </a:solidFill>
                <a:latin typeface="DejaVu Sans"/>
                <a:ea typeface="DejaVu Sans"/>
                <a:cs typeface="DejaVu Sans"/>
              </a:defRPr>
            </a:lvl8pPr>
            <a:lvl9pPr algn="l">
              <a:defRPr sz="2175" b="0">
                <a:solidFill>
                  <a:srgbClr val="FFFFFF"/>
                </a:solidFill>
                <a:latin typeface="DejaVu Sans"/>
                <a:ea typeface="DejaVu Sans"/>
                <a:cs typeface="DejaVu Sans"/>
              </a:defRPr>
            </a:lvl9pPr>
          </a:lstStyle>
          <a:p xmlns:a="http://schemas.openxmlformats.org/drawingml/2006/main">
            <a:pPr algn="l">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Select and execute feature or repair work.</a:t>
            </a:r>
          </a:p>
        </p:txBody>
      </p:sp>
      <p:sp>
        <p:nvSpPr>
          <p:cNvPr id="5" name="extension-1">
            <a:extLst xmlns:a="http://schemas.openxmlformats.org/drawingml/2006/main">
              <a:ext uri="{FF2B5EF4-FFF2-40B4-BE49-F238E27FC236}">
                <a16:creationId xmlns:a16="http://schemas.microsoft.com/office/drawing/2014/main" id="{7E5B5A11-3F8C-4B92-B30C-C3E8C04EA263}"/>
              </a:ext>
            </a:extLst>
          </p:cNvPr>
          <p:cNvSpPr>
            <a:spLocks xmlns:a="http://schemas.openxmlformats.org/drawingml/2006/main" noGrp="1"/>
          </p:cNvSpPr>
          <p:nvPr/>
        </p:nvSpPr>
        <p:spPr>
          <a:xfrm xmlns:a="http://schemas.openxmlformats.org/drawingml/2006/main">
            <a:off x="609600" y="2886075"/>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Change impact</a:t>
            </a:r>
          </a:p>
        </p:txBody>
      </p:sp>
      <p:sp>
        <p:nvSpPr>
          <p:cNvPr id="6" name="detail-1">
            <a:extLst xmlns:a="http://schemas.openxmlformats.org/drawingml/2006/main">
              <a:ext uri="{FF2B5EF4-FFF2-40B4-BE49-F238E27FC236}">
                <a16:creationId xmlns:a16="http://schemas.microsoft.com/office/drawing/2014/main" id="{92D17B14-C3EB-4CD0-944D-23E7BFA5C23E}"/>
              </a:ext>
            </a:extLst>
          </p:cNvPr>
          <p:cNvSpPr>
            <a:spLocks xmlns:a="http://schemas.openxmlformats.org/drawingml/2006/main" noGrp="1"/>
          </p:cNvSpPr>
          <p:nvPr/>
        </p:nvSpPr>
        <p:spPr>
          <a:xfrm xmlns:a="http://schemas.openxmlformats.org/drawingml/2006/main">
            <a:off x="4476750" y="2886075"/>
            <a:ext cx="7096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DejaVu Sans"/>
                <a:ea typeface="DejaVu Sans"/>
                <a:cs typeface="DejaVu Sans"/>
              </a:defRPr>
            </a:defPPr>
            <a:lvl1pPr algn="l">
              <a:defRPr sz="2175" b="0">
                <a:solidFill>
                  <a:srgbClr val="FFFFFF"/>
                </a:solidFill>
                <a:latin typeface="DejaVu Sans"/>
                <a:ea typeface="DejaVu Sans"/>
                <a:cs typeface="DejaVu Sans"/>
              </a:defRPr>
            </a:lvl1pPr>
            <a:lvl2pPr algn="l">
              <a:defRPr sz="2175" b="0">
                <a:solidFill>
                  <a:srgbClr val="FFFFFF"/>
                </a:solidFill>
                <a:latin typeface="DejaVu Sans"/>
                <a:ea typeface="DejaVu Sans"/>
                <a:cs typeface="DejaVu Sans"/>
              </a:defRPr>
            </a:lvl2pPr>
            <a:lvl3pPr algn="l">
              <a:defRPr sz="2175" b="0">
                <a:solidFill>
                  <a:srgbClr val="FFFFFF"/>
                </a:solidFill>
                <a:latin typeface="DejaVu Sans"/>
                <a:ea typeface="DejaVu Sans"/>
                <a:cs typeface="DejaVu Sans"/>
              </a:defRPr>
            </a:lvl3pPr>
            <a:lvl4pPr algn="l">
              <a:defRPr sz="2175" b="0">
                <a:solidFill>
                  <a:srgbClr val="FFFFFF"/>
                </a:solidFill>
                <a:latin typeface="DejaVu Sans"/>
                <a:ea typeface="DejaVu Sans"/>
                <a:cs typeface="DejaVu Sans"/>
              </a:defRPr>
            </a:lvl4pPr>
            <a:lvl5pPr algn="l">
              <a:defRPr sz="2175" b="0">
                <a:solidFill>
                  <a:srgbClr val="FFFFFF"/>
                </a:solidFill>
                <a:latin typeface="DejaVu Sans"/>
                <a:ea typeface="DejaVu Sans"/>
                <a:cs typeface="DejaVu Sans"/>
              </a:defRPr>
            </a:lvl5pPr>
            <a:lvl6pPr algn="l">
              <a:defRPr sz="2175" b="0">
                <a:solidFill>
                  <a:srgbClr val="FFFFFF"/>
                </a:solidFill>
                <a:latin typeface="DejaVu Sans"/>
                <a:ea typeface="DejaVu Sans"/>
                <a:cs typeface="DejaVu Sans"/>
              </a:defRPr>
            </a:lvl6pPr>
            <a:lvl7pPr algn="l">
              <a:defRPr sz="2175" b="0">
                <a:solidFill>
                  <a:srgbClr val="FFFFFF"/>
                </a:solidFill>
                <a:latin typeface="DejaVu Sans"/>
                <a:ea typeface="DejaVu Sans"/>
                <a:cs typeface="DejaVu Sans"/>
              </a:defRPr>
            </a:lvl7pPr>
            <a:lvl8pPr algn="l">
              <a:defRPr sz="2175" b="0">
                <a:solidFill>
                  <a:srgbClr val="FFFFFF"/>
                </a:solidFill>
                <a:latin typeface="DejaVu Sans"/>
                <a:ea typeface="DejaVu Sans"/>
                <a:cs typeface="DejaVu Sans"/>
              </a:defRPr>
            </a:lvl8pPr>
            <a:lvl9pPr algn="l">
              <a:defRPr sz="2175" b="0">
                <a:solidFill>
                  <a:srgbClr val="FFFFFF"/>
                </a:solidFill>
                <a:latin typeface="DejaVu Sans"/>
                <a:ea typeface="DejaVu Sans"/>
                <a:cs typeface="DejaVu Sans"/>
              </a:defRPr>
            </a:lvl9pPr>
          </a:lstStyle>
          <a:p xmlns:a="http://schemas.openxmlformats.org/drawingml/2006/main">
            <a:pPr algn="l">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Connect code and configuration changes to affected claims.</a:t>
            </a:r>
          </a:p>
        </p:txBody>
      </p:sp>
      <p:sp>
        <p:nvSpPr>
          <p:cNvPr id="7" name="extension-2">
            <a:extLst xmlns:a="http://schemas.openxmlformats.org/drawingml/2006/main">
              <a:ext uri="{FF2B5EF4-FFF2-40B4-BE49-F238E27FC236}">
                <a16:creationId xmlns:a16="http://schemas.microsoft.com/office/drawing/2014/main" id="{C55DE62F-E4AB-406A-9F16-C4984F64BA6E}"/>
              </a:ext>
            </a:extLst>
          </p:cNvPr>
          <p:cNvSpPr>
            <a:spLocks xmlns:a="http://schemas.openxmlformats.org/drawingml/2006/main" noGrp="1"/>
          </p:cNvSpPr>
          <p:nvPr/>
        </p:nvSpPr>
        <p:spPr>
          <a:xfrm xmlns:a="http://schemas.openxmlformats.org/drawingml/2006/main">
            <a:off x="609600" y="4010025"/>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Execution authority</a:t>
            </a:r>
          </a:p>
        </p:txBody>
      </p:sp>
      <p:sp>
        <p:nvSpPr>
          <p:cNvPr id="8" name="detail-2">
            <a:extLst xmlns:a="http://schemas.openxmlformats.org/drawingml/2006/main">
              <a:ext uri="{FF2B5EF4-FFF2-40B4-BE49-F238E27FC236}">
                <a16:creationId xmlns:a16="http://schemas.microsoft.com/office/drawing/2014/main" id="{97532B1B-6D0F-4B31-A38D-04E7787C096F}"/>
              </a:ext>
            </a:extLst>
          </p:cNvPr>
          <p:cNvSpPr>
            <a:spLocks xmlns:a="http://schemas.openxmlformats.org/drawingml/2006/main" noGrp="1"/>
          </p:cNvSpPr>
          <p:nvPr/>
        </p:nvSpPr>
        <p:spPr>
          <a:xfrm xmlns:a="http://schemas.openxmlformats.org/drawingml/2006/main">
            <a:off x="4476750" y="4010025"/>
            <a:ext cx="7096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DejaVu Sans"/>
                <a:ea typeface="DejaVu Sans"/>
                <a:cs typeface="DejaVu Sans"/>
              </a:defRPr>
            </a:defPPr>
            <a:lvl1pPr algn="l">
              <a:defRPr sz="2175" b="0">
                <a:solidFill>
                  <a:srgbClr val="FFFFFF"/>
                </a:solidFill>
                <a:latin typeface="DejaVu Sans"/>
                <a:ea typeface="DejaVu Sans"/>
                <a:cs typeface="DejaVu Sans"/>
              </a:defRPr>
            </a:lvl1pPr>
            <a:lvl2pPr algn="l">
              <a:defRPr sz="2175" b="0">
                <a:solidFill>
                  <a:srgbClr val="FFFFFF"/>
                </a:solidFill>
                <a:latin typeface="DejaVu Sans"/>
                <a:ea typeface="DejaVu Sans"/>
                <a:cs typeface="DejaVu Sans"/>
              </a:defRPr>
            </a:lvl2pPr>
            <a:lvl3pPr algn="l">
              <a:defRPr sz="2175" b="0">
                <a:solidFill>
                  <a:srgbClr val="FFFFFF"/>
                </a:solidFill>
                <a:latin typeface="DejaVu Sans"/>
                <a:ea typeface="DejaVu Sans"/>
                <a:cs typeface="DejaVu Sans"/>
              </a:defRPr>
            </a:lvl3pPr>
            <a:lvl4pPr algn="l">
              <a:defRPr sz="2175" b="0">
                <a:solidFill>
                  <a:srgbClr val="FFFFFF"/>
                </a:solidFill>
                <a:latin typeface="DejaVu Sans"/>
                <a:ea typeface="DejaVu Sans"/>
                <a:cs typeface="DejaVu Sans"/>
              </a:defRPr>
            </a:lvl4pPr>
            <a:lvl5pPr algn="l">
              <a:defRPr sz="2175" b="0">
                <a:solidFill>
                  <a:srgbClr val="FFFFFF"/>
                </a:solidFill>
                <a:latin typeface="DejaVu Sans"/>
                <a:ea typeface="DejaVu Sans"/>
                <a:cs typeface="DejaVu Sans"/>
              </a:defRPr>
            </a:lvl5pPr>
            <a:lvl6pPr algn="l">
              <a:defRPr sz="2175" b="0">
                <a:solidFill>
                  <a:srgbClr val="FFFFFF"/>
                </a:solidFill>
                <a:latin typeface="DejaVu Sans"/>
                <a:ea typeface="DejaVu Sans"/>
                <a:cs typeface="DejaVu Sans"/>
              </a:defRPr>
            </a:lvl6pPr>
            <a:lvl7pPr algn="l">
              <a:defRPr sz="2175" b="0">
                <a:solidFill>
                  <a:srgbClr val="FFFFFF"/>
                </a:solidFill>
                <a:latin typeface="DejaVu Sans"/>
                <a:ea typeface="DejaVu Sans"/>
                <a:cs typeface="DejaVu Sans"/>
              </a:defRPr>
            </a:lvl7pPr>
            <a:lvl8pPr algn="l">
              <a:defRPr sz="2175" b="0">
                <a:solidFill>
                  <a:srgbClr val="FFFFFF"/>
                </a:solidFill>
                <a:latin typeface="DejaVu Sans"/>
                <a:ea typeface="DejaVu Sans"/>
                <a:cs typeface="DejaVu Sans"/>
              </a:defRPr>
            </a:lvl8pPr>
            <a:lvl9pPr algn="l">
              <a:defRPr sz="2175" b="0">
                <a:solidFill>
                  <a:srgbClr val="FFFFFF"/>
                </a:solidFill>
                <a:latin typeface="DejaVu Sans"/>
                <a:ea typeface="DejaVu Sans"/>
                <a:cs typeface="DejaVu Sans"/>
              </a:defRPr>
            </a:lvl9pPr>
          </a:lstStyle>
          <a:p xmlns:a="http://schemas.openxmlformats.org/drawingml/2006/main">
            <a:pPr algn="l">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Bind a justified decision to permitted actions.</a:t>
            </a:r>
          </a:p>
        </p:txBody>
      </p:sp>
      <p:sp>
        <p:nvSpPr>
          <p:cNvPr id="9" name="extension-3">
            <a:extLst xmlns:a="http://schemas.openxmlformats.org/drawingml/2006/main">
              <a:ext uri="{FF2B5EF4-FFF2-40B4-BE49-F238E27FC236}">
                <a16:creationId xmlns:a16="http://schemas.microsoft.com/office/drawing/2014/main" id="{DA573965-FDDE-4A8D-BE35-BC727E3D88F7}"/>
              </a:ext>
            </a:extLst>
          </p:cNvPr>
          <p:cNvSpPr>
            <a:spLocks xmlns:a="http://schemas.openxmlformats.org/drawingml/2006/main" noGrp="1"/>
          </p:cNvSpPr>
          <p:nvPr/>
        </p:nvSpPr>
        <p:spPr>
          <a:xfrm xmlns:a="http://schemas.openxmlformats.org/drawingml/2006/main">
            <a:off x="609600" y="5133975"/>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73D7D0"/>
                </a:solidFill>
                <a:latin typeface="DejaVu Sans"/>
                <a:ea typeface="DejaVu Sans"/>
                <a:cs typeface="DejaVu Sans"/>
              </a:defRPr>
            </a:defPPr>
            <a:lvl1pPr algn="l">
              <a:defRPr sz="2250" b="1">
                <a:solidFill>
                  <a:srgbClr val="73D7D0"/>
                </a:solidFill>
                <a:latin typeface="DejaVu Sans"/>
                <a:ea typeface="DejaVu Sans"/>
                <a:cs typeface="DejaVu Sans"/>
              </a:defRPr>
            </a:lvl1pPr>
            <a:lvl2pPr algn="l">
              <a:defRPr sz="2250" b="1">
                <a:solidFill>
                  <a:srgbClr val="73D7D0"/>
                </a:solidFill>
                <a:latin typeface="DejaVu Sans"/>
                <a:ea typeface="DejaVu Sans"/>
                <a:cs typeface="DejaVu Sans"/>
              </a:defRPr>
            </a:lvl2pPr>
            <a:lvl3pPr algn="l">
              <a:defRPr sz="2250" b="1">
                <a:solidFill>
                  <a:srgbClr val="73D7D0"/>
                </a:solidFill>
                <a:latin typeface="DejaVu Sans"/>
                <a:ea typeface="DejaVu Sans"/>
                <a:cs typeface="DejaVu Sans"/>
              </a:defRPr>
            </a:lvl3pPr>
            <a:lvl4pPr algn="l">
              <a:defRPr sz="2250" b="1">
                <a:solidFill>
                  <a:srgbClr val="73D7D0"/>
                </a:solidFill>
                <a:latin typeface="DejaVu Sans"/>
                <a:ea typeface="DejaVu Sans"/>
                <a:cs typeface="DejaVu Sans"/>
              </a:defRPr>
            </a:lvl4pPr>
            <a:lvl5pPr algn="l">
              <a:defRPr sz="2250" b="1">
                <a:solidFill>
                  <a:srgbClr val="73D7D0"/>
                </a:solidFill>
                <a:latin typeface="DejaVu Sans"/>
                <a:ea typeface="DejaVu Sans"/>
                <a:cs typeface="DejaVu Sans"/>
              </a:defRPr>
            </a:lvl5pPr>
            <a:lvl6pPr algn="l">
              <a:defRPr sz="2250" b="1">
                <a:solidFill>
                  <a:srgbClr val="73D7D0"/>
                </a:solidFill>
                <a:latin typeface="DejaVu Sans"/>
                <a:ea typeface="DejaVu Sans"/>
                <a:cs typeface="DejaVu Sans"/>
              </a:defRPr>
            </a:lvl6pPr>
            <a:lvl7pPr algn="l">
              <a:defRPr sz="2250" b="1">
                <a:solidFill>
                  <a:srgbClr val="73D7D0"/>
                </a:solidFill>
                <a:latin typeface="DejaVu Sans"/>
                <a:ea typeface="DejaVu Sans"/>
                <a:cs typeface="DejaVu Sans"/>
              </a:defRPr>
            </a:lvl7pPr>
            <a:lvl8pPr algn="l">
              <a:defRPr sz="2250" b="1">
                <a:solidFill>
                  <a:srgbClr val="73D7D0"/>
                </a:solidFill>
                <a:latin typeface="DejaVu Sans"/>
                <a:ea typeface="DejaVu Sans"/>
                <a:cs typeface="DejaVu Sans"/>
              </a:defRPr>
            </a:lvl8pPr>
            <a:lvl9pPr algn="l">
              <a:defRPr sz="2250" b="1">
                <a:solidFill>
                  <a:srgbClr val="73D7D0"/>
                </a:solidFill>
                <a:latin typeface="DejaVu Sans"/>
                <a:ea typeface="DejaVu Sans"/>
                <a:cs typeface="DejaVu Sans"/>
              </a:defRPr>
            </a:lvl9pPr>
          </a:lstStyle>
          <a:p xmlns:a="http://schemas.openxmlformats.org/drawingml/2006/main">
            <a:pPr algn="l">
              <a:defRPr sz="2250" b="1">
                <a:solidFill>
                  <a:srgbClr val="73D7D0"/>
                </a:solidFill>
                <a:latin typeface="DejaVu Sans"/>
                <a:ea typeface="DejaVu Sans"/>
                <a:cs typeface="DejaVu Sans"/>
              </a:defRPr>
            </a:pPr>
            <a:r>
              <a:rPr sz="2250" b="1">
                <a:solidFill>
                  <a:srgbClr val="73D7D0"/>
                </a:solidFill>
                <a:latin typeface="DejaVu Sans"/>
                <a:ea typeface="DejaVu Sans"/>
                <a:cs typeface="DejaVu Sans"/>
              </a:rPr>
              <a:t>Continuing assessment</a:t>
            </a:r>
          </a:p>
        </p:txBody>
      </p:sp>
      <p:sp>
        <p:nvSpPr>
          <p:cNvPr id="10" name="detail-3">
            <a:extLst xmlns:a="http://schemas.openxmlformats.org/drawingml/2006/main">
              <a:ext uri="{FF2B5EF4-FFF2-40B4-BE49-F238E27FC236}">
                <a16:creationId xmlns:a16="http://schemas.microsoft.com/office/drawing/2014/main" id="{D066FC38-84D1-4363-8292-A87C436FE866}"/>
              </a:ext>
            </a:extLst>
          </p:cNvPr>
          <p:cNvSpPr>
            <a:spLocks xmlns:a="http://schemas.openxmlformats.org/drawingml/2006/main" noGrp="1"/>
          </p:cNvSpPr>
          <p:nvPr/>
        </p:nvSpPr>
        <p:spPr>
          <a:xfrm xmlns:a="http://schemas.openxmlformats.org/drawingml/2006/main">
            <a:off x="4476750" y="5133975"/>
            <a:ext cx="7096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DejaVu Sans"/>
                <a:ea typeface="DejaVu Sans"/>
                <a:cs typeface="DejaVu Sans"/>
              </a:defRPr>
            </a:defPPr>
            <a:lvl1pPr algn="l">
              <a:defRPr sz="2175" b="0">
                <a:solidFill>
                  <a:srgbClr val="FFFFFF"/>
                </a:solidFill>
                <a:latin typeface="DejaVu Sans"/>
                <a:ea typeface="DejaVu Sans"/>
                <a:cs typeface="DejaVu Sans"/>
              </a:defRPr>
            </a:lvl1pPr>
            <a:lvl2pPr algn="l">
              <a:defRPr sz="2175" b="0">
                <a:solidFill>
                  <a:srgbClr val="FFFFFF"/>
                </a:solidFill>
                <a:latin typeface="DejaVu Sans"/>
                <a:ea typeface="DejaVu Sans"/>
                <a:cs typeface="DejaVu Sans"/>
              </a:defRPr>
            </a:lvl2pPr>
            <a:lvl3pPr algn="l">
              <a:defRPr sz="2175" b="0">
                <a:solidFill>
                  <a:srgbClr val="FFFFFF"/>
                </a:solidFill>
                <a:latin typeface="DejaVu Sans"/>
                <a:ea typeface="DejaVu Sans"/>
                <a:cs typeface="DejaVu Sans"/>
              </a:defRPr>
            </a:lvl3pPr>
            <a:lvl4pPr algn="l">
              <a:defRPr sz="2175" b="0">
                <a:solidFill>
                  <a:srgbClr val="FFFFFF"/>
                </a:solidFill>
                <a:latin typeface="DejaVu Sans"/>
                <a:ea typeface="DejaVu Sans"/>
                <a:cs typeface="DejaVu Sans"/>
              </a:defRPr>
            </a:lvl4pPr>
            <a:lvl5pPr algn="l">
              <a:defRPr sz="2175" b="0">
                <a:solidFill>
                  <a:srgbClr val="FFFFFF"/>
                </a:solidFill>
                <a:latin typeface="DejaVu Sans"/>
                <a:ea typeface="DejaVu Sans"/>
                <a:cs typeface="DejaVu Sans"/>
              </a:defRPr>
            </a:lvl5pPr>
            <a:lvl6pPr algn="l">
              <a:defRPr sz="2175" b="0">
                <a:solidFill>
                  <a:srgbClr val="FFFFFF"/>
                </a:solidFill>
                <a:latin typeface="DejaVu Sans"/>
                <a:ea typeface="DejaVu Sans"/>
                <a:cs typeface="DejaVu Sans"/>
              </a:defRPr>
            </a:lvl6pPr>
            <a:lvl7pPr algn="l">
              <a:defRPr sz="2175" b="0">
                <a:solidFill>
                  <a:srgbClr val="FFFFFF"/>
                </a:solidFill>
                <a:latin typeface="DejaVu Sans"/>
                <a:ea typeface="DejaVu Sans"/>
                <a:cs typeface="DejaVu Sans"/>
              </a:defRPr>
            </a:lvl7pPr>
            <a:lvl8pPr algn="l">
              <a:defRPr sz="2175" b="0">
                <a:solidFill>
                  <a:srgbClr val="FFFFFF"/>
                </a:solidFill>
                <a:latin typeface="DejaVu Sans"/>
                <a:ea typeface="DejaVu Sans"/>
                <a:cs typeface="DejaVu Sans"/>
              </a:defRPr>
            </a:lvl8pPr>
            <a:lvl9pPr algn="l">
              <a:defRPr sz="2175" b="0">
                <a:solidFill>
                  <a:srgbClr val="FFFFFF"/>
                </a:solidFill>
                <a:latin typeface="DejaVu Sans"/>
                <a:ea typeface="DejaVu Sans"/>
                <a:cs typeface="DejaVu Sans"/>
              </a:defRPr>
            </a:lvl9pPr>
          </a:lstStyle>
          <a:p xmlns:a="http://schemas.openxmlformats.org/drawingml/2006/main">
            <a:pPr algn="l">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Trigger reassessment when relevant conditions change.</a:t>
            </a:r>
          </a:p>
        </p:txBody>
      </p:sp>
    </p:spTree>
    <p:extLst>
      <p:ext uri="{BB962C8B-B14F-4D97-AF65-F5344CB8AC3E}">
        <p14:creationId xmlns:p14="http://schemas.microsoft.com/office/powerpoint/2010/main" val="157541586"/>
      </p:ext>
    </p:extLst>
  </p:cSld>
</p:sld>
</file>

<file path=ppt/slides/slide17.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0CB7E70-DBAF-4A38-AFAC-3635CC41C926}"/>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A pilot can test the proposal</a:t>
            </a:r>
          </a:p>
        </p:txBody>
      </p:sp>
      <p:sp>
        <p:nvSpPr>
          <p:cNvPr id="3" name="pilot-scope">
            <a:extLst xmlns:a="http://schemas.openxmlformats.org/drawingml/2006/main">
              <a:ext uri="{FF2B5EF4-FFF2-40B4-BE49-F238E27FC236}">
                <a16:creationId xmlns:a16="http://schemas.microsoft.com/office/drawing/2014/main" id="{87440545-38DE-4573-AD14-DC07C5EDD7AA}"/>
              </a:ext>
            </a:extLst>
          </p:cNvPr>
          <p:cNvSpPr>
            <a:spLocks xmlns:a="http://schemas.openxmlformats.org/drawingml/2006/main" noGrp="1"/>
          </p:cNvSpPr>
          <p:nvPr/>
        </p:nvSpPr>
        <p:spPr>
          <a:xfrm xmlns:a="http://schemas.openxmlformats.org/drawingml/2006/main">
            <a:off x="609600" y="166687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182731"/>
                </a:solidFill>
                <a:latin typeface="DejaVu Sans"/>
                <a:ea typeface="DejaVu Sans"/>
                <a:cs typeface="DejaVu Sans"/>
              </a:defRPr>
            </a:defPPr>
            <a:lvl1pPr algn="l">
              <a:defRPr sz="3375" b="1">
                <a:solidFill>
                  <a:srgbClr val="182731"/>
                </a:solidFill>
                <a:latin typeface="DejaVu Sans"/>
                <a:ea typeface="DejaVu Sans"/>
                <a:cs typeface="DejaVu Sans"/>
              </a:defRPr>
            </a:lvl1pPr>
            <a:lvl2pPr algn="l">
              <a:defRPr sz="3375" b="1">
                <a:solidFill>
                  <a:srgbClr val="182731"/>
                </a:solidFill>
                <a:latin typeface="DejaVu Sans"/>
                <a:ea typeface="DejaVu Sans"/>
                <a:cs typeface="DejaVu Sans"/>
              </a:defRPr>
            </a:lvl2pPr>
            <a:lvl3pPr algn="l">
              <a:defRPr sz="3375" b="1">
                <a:solidFill>
                  <a:srgbClr val="182731"/>
                </a:solidFill>
                <a:latin typeface="DejaVu Sans"/>
                <a:ea typeface="DejaVu Sans"/>
                <a:cs typeface="DejaVu Sans"/>
              </a:defRPr>
            </a:lvl3pPr>
            <a:lvl4pPr algn="l">
              <a:defRPr sz="3375" b="1">
                <a:solidFill>
                  <a:srgbClr val="182731"/>
                </a:solidFill>
                <a:latin typeface="DejaVu Sans"/>
                <a:ea typeface="DejaVu Sans"/>
                <a:cs typeface="DejaVu Sans"/>
              </a:defRPr>
            </a:lvl4pPr>
            <a:lvl5pPr algn="l">
              <a:defRPr sz="3375" b="1">
                <a:solidFill>
                  <a:srgbClr val="182731"/>
                </a:solidFill>
                <a:latin typeface="DejaVu Sans"/>
                <a:ea typeface="DejaVu Sans"/>
                <a:cs typeface="DejaVu Sans"/>
              </a:defRPr>
            </a:lvl5pPr>
            <a:lvl6pPr algn="l">
              <a:defRPr sz="3375" b="1">
                <a:solidFill>
                  <a:srgbClr val="182731"/>
                </a:solidFill>
                <a:latin typeface="DejaVu Sans"/>
                <a:ea typeface="DejaVu Sans"/>
                <a:cs typeface="DejaVu Sans"/>
              </a:defRPr>
            </a:lvl6pPr>
            <a:lvl7pPr algn="l">
              <a:defRPr sz="3375" b="1">
                <a:solidFill>
                  <a:srgbClr val="182731"/>
                </a:solidFill>
                <a:latin typeface="DejaVu Sans"/>
                <a:ea typeface="DejaVu Sans"/>
                <a:cs typeface="DejaVu Sans"/>
              </a:defRPr>
            </a:lvl7pPr>
            <a:lvl8pPr algn="l">
              <a:defRPr sz="3375" b="1">
                <a:solidFill>
                  <a:srgbClr val="182731"/>
                </a:solidFill>
                <a:latin typeface="DejaVu Sans"/>
                <a:ea typeface="DejaVu Sans"/>
                <a:cs typeface="DejaVu Sans"/>
              </a:defRPr>
            </a:lvl8pPr>
            <a:lvl9pPr algn="l">
              <a:defRPr sz="3375" b="1">
                <a:solidFill>
                  <a:srgbClr val="182731"/>
                </a:solidFill>
                <a:latin typeface="DejaVu Sans"/>
                <a:ea typeface="DejaVu Sans"/>
                <a:cs typeface="DejaVu Sans"/>
              </a:defRPr>
            </a:lvl9pPr>
          </a:lstStyle>
          <a:p xmlns:a="http://schemas.openxmlformats.org/drawingml/2006/main">
            <a:pPr algn="l">
              <a:defRPr sz="3375" b="1">
                <a:solidFill>
                  <a:srgbClr val="182731"/>
                </a:solidFill>
                <a:latin typeface="DejaVu Sans"/>
                <a:ea typeface="DejaVu Sans"/>
                <a:cs typeface="DejaVu Sans"/>
              </a:defRPr>
            </a:pPr>
            <a:r>
              <a:rPr sz="3375" b="1">
                <a:solidFill>
                  <a:srgbClr val="182731"/>
                </a:solidFill>
                <a:latin typeface="DejaVu Sans"/>
                <a:ea typeface="DejaVu Sans"/>
                <a:cs typeface="DejaVu Sans"/>
              </a:rPr>
              <a:t>One feature, one defect repair</a:t>
            </a:r>
          </a:p>
          <a:p xmlns:a="http://schemas.openxmlformats.org/drawingml/2006/main">
            <a:pPr algn="l">
              <a:defRPr sz="3375" b="1">
                <a:solidFill>
                  <a:srgbClr val="182731"/>
                </a:solidFill>
                <a:latin typeface="DejaVu Sans"/>
                <a:ea typeface="DejaVu Sans"/>
                <a:cs typeface="DejaVu Sans"/>
              </a:defRPr>
            </a:pPr>
            <a:r>
              <a:rPr sz="3375" b="1">
                <a:solidFill>
                  <a:srgbClr val="182731"/>
                </a:solidFill>
                <a:latin typeface="DejaVu Sans"/>
                <a:ea typeface="DejaVu Sans"/>
                <a:cs typeface="DejaVu Sans"/>
              </a:rPr>
              <a:t>and one operational change</a:t>
            </a:r>
          </a:p>
        </p:txBody>
      </p:sp>
      <p:graphicFrame>
        <p:nvGraphicFramePr>
          <p:cNvPr id="4" name="">
            <a:extLst xmlns:a="http://schemas.openxmlformats.org/drawingml/2006/main">
              <a:ext uri="{FF2B5EF4-FFF2-40B4-BE49-F238E27FC236}">
                <a16:creationId xmlns:a16="http://schemas.microsoft.com/office/drawing/2014/main" id="{55A9A34D-BE92-4675-89F2-D9C6FA3E66E9}"/>
              </a:ext>
            </a:extLst>
          </p:cNvPr>
          <p:cNvGraphicFramePr/>
          <p:nvPr/>
        </p:nvGraphicFramePr>
        <p:xfrm>
          <a:off xmlns:a="http://schemas.openxmlformats.org/drawingml/2006/main" x="609600" y="3286125"/>
          <a:ext xmlns:a="http://schemas.openxmlformats.org/drawingml/2006/main" cx="10972800" cy="2619375"/>
        </p:xfrm>
        <a:graphic xmlns:a="http://schemas.openxmlformats.org/drawingml/2006/main">
          <a:graphicData uri="http://schemas.openxmlformats.org/drawingml/2006/table">
            <a:tbl>
              <a:tblPr/>
              <a:tblGrid>
                <a:gridCol w="5048250"/>
                <a:gridCol w="5924550"/>
              </a:tblGrid>
              <a:tr h="523875">
                <a:tc>
                  <a:txBody>
                    <a:bodyPr lIns="114300" tIns="114300" rIns="114300" bIns="114300"/>
                    <a:lstStyle/>
                    <a:p>
                      <a:r>
                        <a:rPr sz="1725" b="1">
                          <a:solidFill>
                            <a:srgbClr val="FFFFFF"/>
                          </a:solidFill>
                          <a:latin typeface="DejaVu Sans"/>
                          <a:ea typeface="DejaVu Sans"/>
                          <a:cs typeface="DejaVu Sans"/>
                        </a:rPr>
                        <a:t>Comparison</a:t>
                      </a:r>
                    </a:p>
                  </a:txBody>
                  <a:tcPr marL="91440" marR="91440" marT="45720" marB="45720" anchor="ctr">
                    <a:lnL w="9525">
                      <a:solidFill>
                        <a:srgbClr val="D0D8D7"/>
                      </a:solidFill>
                      <a:prstDash val="solid"/>
                    </a:lnL>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c>
                  <a:txBody>
                    <a:bodyPr lIns="114300" tIns="114300" rIns="114300" bIns="114300"/>
                    <a:lstStyle/>
                    <a:p>
                      <a:r>
                        <a:rPr sz="1725" b="1">
                          <a:solidFill>
                            <a:srgbClr val="FFFFFF"/>
                          </a:solidFill>
                          <a:latin typeface="DejaVu Sans"/>
                          <a:ea typeface="DejaVu Sans"/>
                          <a:cs typeface="DejaVu Sans"/>
                        </a:rPr>
                        <a:t>What to retain</a:t>
                      </a:r>
                    </a:p>
                  </a:txBody>
                  <a:tcPr marL="91440" marR="91440" marT="45720" marB="45720" anchor="ctr">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r>
              <a:tr h="523875">
                <a:tc>
                  <a:txBody>
                    <a:bodyPr lIns="114300" tIns="114300" rIns="114300" bIns="114300"/>
                    <a:lstStyle/>
                    <a:p>
                      <a:r>
                        <a:rPr sz="1725" b="0">
                          <a:solidFill>
                            <a:srgbClr val="182731"/>
                          </a:solidFill>
                          <a:latin typeface="DejaVu Sans"/>
                          <a:ea typeface="DejaVu Sans"/>
                          <a:cs typeface="DejaVu Sans"/>
                        </a:rPr>
                        <a:t>Existing workflow and proposed process</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Task conditions and tool versions</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523875">
                <a:tc>
                  <a:txBody>
                    <a:bodyPr lIns="114300" tIns="114300" rIns="114300" bIns="114300"/>
                    <a:lstStyle/>
                    <a:p>
                      <a:r>
                        <a:rPr sz="1725" b="0">
                          <a:solidFill>
                            <a:srgbClr val="182731"/>
                          </a:solidFill>
                          <a:latin typeface="DejaVu Sans"/>
                          <a:ea typeface="DejaVu Sans"/>
                          <a:cs typeface="DejaVu Sans"/>
                        </a:rPr>
                        <a:t>Independent acceptance review</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Requirement omissions and unsupported acceptance</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523875">
                <a:tc>
                  <a:txBody>
                    <a:bodyPr lIns="114300" tIns="114300" rIns="114300" bIns="114300"/>
                    <a:lstStyle/>
                    <a:p>
                      <a:r>
                        <a:rPr sz="1725" b="0">
                          <a:solidFill>
                            <a:srgbClr val="182731"/>
                          </a:solidFill>
                          <a:latin typeface="DejaVu Sans"/>
                          <a:ea typeface="DejaVu Sans"/>
                          <a:cs typeface="DejaVu Sans"/>
                        </a:rPr>
                        <a:t>Delivery outcomes</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Elapsed time, engineering effort and execution cost</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523875">
                <a:tc>
                  <a:txBody>
                    <a:bodyPr lIns="114300" tIns="114300" rIns="114300" bIns="114300"/>
                    <a:lstStyle/>
                    <a:p>
                      <a:r>
                        <a:rPr sz="1725" b="0">
                          <a:solidFill>
                            <a:srgbClr val="182731"/>
                          </a:solidFill>
                          <a:latin typeface="DejaVu Sans"/>
                          <a:ea typeface="DejaVu Sans"/>
                          <a:cs typeface="DejaVu Sans"/>
                        </a:rPr>
                        <a:t>Later system change</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Correct identification of affected claims</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bl>
          </a:graphicData>
        </a:graphic>
      </p:graphicFrame>
    </p:spTree>
    <p:extLst>
      <p:ext uri="{BB962C8B-B14F-4D97-AF65-F5344CB8AC3E}">
        <p14:creationId xmlns:p14="http://schemas.microsoft.com/office/powerpoint/2010/main" val="1398772867"/>
      </p:ext>
    </p:extLst>
  </p:cSld>
</p:sld>
</file>

<file path=ppt/slides/slide18.xml><?xml version="1.0" encoding="utf-8"?>
<p:sld xmlns:p="http://schemas.openxmlformats.org/presentationml/2006/main">
  <p:cSld>
    <p:bg>
      <p:bgPr>
        <a:solidFill xmlns:a="http://schemas.openxmlformats.org/drawingml/2006/main">
          <a:srgbClr val="111C2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2DA716E-F9D4-46C7-9D39-7D9BEAC739C0}"/>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The next decision</a:t>
            </a:r>
          </a:p>
        </p:txBody>
      </p:sp>
      <p:sp>
        <p:nvSpPr>
          <p:cNvPr id="3" name="closing-claim">
            <a:extLst xmlns:a="http://schemas.openxmlformats.org/drawingml/2006/main">
              <a:ext uri="{FF2B5EF4-FFF2-40B4-BE49-F238E27FC236}">
                <a16:creationId xmlns:a16="http://schemas.microsoft.com/office/drawing/2014/main" id="{CC2B4984-0FB4-4C6D-9DEE-C7280CF2F258}"/>
              </a:ext>
            </a:extLst>
          </p:cNvPr>
          <p:cNvSpPr>
            <a:spLocks xmlns:a="http://schemas.openxmlformats.org/drawingml/2006/main" noGrp="1"/>
          </p:cNvSpPr>
          <p:nvPr/>
        </p:nvSpPr>
        <p:spPr>
          <a:xfrm xmlns:a="http://schemas.openxmlformats.org/drawingml/2006/main">
            <a:off x="609600" y="1762125"/>
            <a:ext cx="10858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DejaVu Sans"/>
                <a:ea typeface="DejaVu Sans"/>
                <a:cs typeface="DejaVu Sans"/>
              </a:defRPr>
            </a:defPPr>
            <a:lvl1pPr algn="l">
              <a:defRPr sz="4350" b="1">
                <a:solidFill>
                  <a:srgbClr val="FFFFFF"/>
                </a:solidFill>
                <a:latin typeface="DejaVu Sans"/>
                <a:ea typeface="DejaVu Sans"/>
                <a:cs typeface="DejaVu Sans"/>
              </a:defRPr>
            </a:lvl1pPr>
            <a:lvl2pPr algn="l">
              <a:defRPr sz="4350" b="1">
                <a:solidFill>
                  <a:srgbClr val="FFFFFF"/>
                </a:solidFill>
                <a:latin typeface="DejaVu Sans"/>
                <a:ea typeface="DejaVu Sans"/>
                <a:cs typeface="DejaVu Sans"/>
              </a:defRPr>
            </a:lvl2pPr>
            <a:lvl3pPr algn="l">
              <a:defRPr sz="4350" b="1">
                <a:solidFill>
                  <a:srgbClr val="FFFFFF"/>
                </a:solidFill>
                <a:latin typeface="DejaVu Sans"/>
                <a:ea typeface="DejaVu Sans"/>
                <a:cs typeface="DejaVu Sans"/>
              </a:defRPr>
            </a:lvl3pPr>
            <a:lvl4pPr algn="l">
              <a:defRPr sz="4350" b="1">
                <a:solidFill>
                  <a:srgbClr val="FFFFFF"/>
                </a:solidFill>
                <a:latin typeface="DejaVu Sans"/>
                <a:ea typeface="DejaVu Sans"/>
                <a:cs typeface="DejaVu Sans"/>
              </a:defRPr>
            </a:lvl4pPr>
            <a:lvl5pPr algn="l">
              <a:defRPr sz="4350" b="1">
                <a:solidFill>
                  <a:srgbClr val="FFFFFF"/>
                </a:solidFill>
                <a:latin typeface="DejaVu Sans"/>
                <a:ea typeface="DejaVu Sans"/>
                <a:cs typeface="DejaVu Sans"/>
              </a:defRPr>
            </a:lvl5pPr>
            <a:lvl6pPr algn="l">
              <a:defRPr sz="4350" b="1">
                <a:solidFill>
                  <a:srgbClr val="FFFFFF"/>
                </a:solidFill>
                <a:latin typeface="DejaVu Sans"/>
                <a:ea typeface="DejaVu Sans"/>
                <a:cs typeface="DejaVu Sans"/>
              </a:defRPr>
            </a:lvl6pPr>
            <a:lvl7pPr algn="l">
              <a:defRPr sz="4350" b="1">
                <a:solidFill>
                  <a:srgbClr val="FFFFFF"/>
                </a:solidFill>
                <a:latin typeface="DejaVu Sans"/>
                <a:ea typeface="DejaVu Sans"/>
                <a:cs typeface="DejaVu Sans"/>
              </a:defRPr>
            </a:lvl7pPr>
            <a:lvl8pPr algn="l">
              <a:defRPr sz="4350" b="1">
                <a:solidFill>
                  <a:srgbClr val="FFFFFF"/>
                </a:solidFill>
                <a:latin typeface="DejaVu Sans"/>
                <a:ea typeface="DejaVu Sans"/>
                <a:cs typeface="DejaVu Sans"/>
              </a:defRPr>
            </a:lvl8pPr>
            <a:lvl9pPr algn="l">
              <a:defRPr sz="4350" b="1">
                <a:solidFill>
                  <a:srgbClr val="FFFFFF"/>
                </a:solidFill>
                <a:latin typeface="DejaVu Sans"/>
                <a:ea typeface="DejaVu Sans"/>
                <a:cs typeface="DejaVu Sans"/>
              </a:defRPr>
            </a:lvl9pPr>
          </a:lstStyle>
          <a:p xmlns:a="http://schemas.openxmlformats.org/drawingml/2006/main">
            <a:pPr algn="l">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Engineering progress makes</a:t>
            </a:r>
          </a:p>
          <a:p xmlns:a="http://schemas.openxmlformats.org/drawingml/2006/main">
            <a:pPr algn="l">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a justified decision possible.</a:t>
            </a:r>
          </a:p>
        </p:txBody>
      </p:sp>
      <p:sp>
        <p:nvSpPr>
          <p:cNvPr id="4" name="closing-question">
            <a:extLst xmlns:a="http://schemas.openxmlformats.org/drawingml/2006/main">
              <a:ext uri="{FF2B5EF4-FFF2-40B4-BE49-F238E27FC236}">
                <a16:creationId xmlns:a16="http://schemas.microsoft.com/office/drawing/2014/main" id="{B6EFBC31-D8F4-4116-9149-283DC66C950A}"/>
              </a:ext>
            </a:extLst>
          </p:cNvPr>
          <p:cNvSpPr>
            <a:spLocks xmlns:a="http://schemas.openxmlformats.org/drawingml/2006/main" noGrp="1"/>
          </p:cNvSpPr>
          <p:nvPr/>
        </p:nvSpPr>
        <p:spPr>
          <a:xfrm xmlns:a="http://schemas.openxmlformats.org/drawingml/2006/main">
            <a:off x="609600" y="4143375"/>
            <a:ext cx="1090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73D7D0"/>
                </a:solidFill>
                <a:latin typeface="DejaVu Sans"/>
                <a:ea typeface="DejaVu Sans"/>
                <a:cs typeface="DejaVu Sans"/>
              </a:defRPr>
            </a:defPPr>
            <a:lvl1pPr algn="l">
              <a:defRPr sz="2850" b="0">
                <a:solidFill>
                  <a:srgbClr val="73D7D0"/>
                </a:solidFill>
                <a:latin typeface="DejaVu Sans"/>
                <a:ea typeface="DejaVu Sans"/>
                <a:cs typeface="DejaVu Sans"/>
              </a:defRPr>
            </a:lvl1pPr>
            <a:lvl2pPr algn="l">
              <a:defRPr sz="2850" b="0">
                <a:solidFill>
                  <a:srgbClr val="73D7D0"/>
                </a:solidFill>
                <a:latin typeface="DejaVu Sans"/>
                <a:ea typeface="DejaVu Sans"/>
                <a:cs typeface="DejaVu Sans"/>
              </a:defRPr>
            </a:lvl2pPr>
            <a:lvl3pPr algn="l">
              <a:defRPr sz="2850" b="0">
                <a:solidFill>
                  <a:srgbClr val="73D7D0"/>
                </a:solidFill>
                <a:latin typeface="DejaVu Sans"/>
                <a:ea typeface="DejaVu Sans"/>
                <a:cs typeface="DejaVu Sans"/>
              </a:defRPr>
            </a:lvl3pPr>
            <a:lvl4pPr algn="l">
              <a:defRPr sz="2850" b="0">
                <a:solidFill>
                  <a:srgbClr val="73D7D0"/>
                </a:solidFill>
                <a:latin typeface="DejaVu Sans"/>
                <a:ea typeface="DejaVu Sans"/>
                <a:cs typeface="DejaVu Sans"/>
              </a:defRPr>
            </a:lvl4pPr>
            <a:lvl5pPr algn="l">
              <a:defRPr sz="2850" b="0">
                <a:solidFill>
                  <a:srgbClr val="73D7D0"/>
                </a:solidFill>
                <a:latin typeface="DejaVu Sans"/>
                <a:ea typeface="DejaVu Sans"/>
                <a:cs typeface="DejaVu Sans"/>
              </a:defRPr>
            </a:lvl5pPr>
            <a:lvl6pPr algn="l">
              <a:defRPr sz="2850" b="0">
                <a:solidFill>
                  <a:srgbClr val="73D7D0"/>
                </a:solidFill>
                <a:latin typeface="DejaVu Sans"/>
                <a:ea typeface="DejaVu Sans"/>
                <a:cs typeface="DejaVu Sans"/>
              </a:defRPr>
            </a:lvl6pPr>
            <a:lvl7pPr algn="l">
              <a:defRPr sz="2850" b="0">
                <a:solidFill>
                  <a:srgbClr val="73D7D0"/>
                </a:solidFill>
                <a:latin typeface="DejaVu Sans"/>
                <a:ea typeface="DejaVu Sans"/>
                <a:cs typeface="DejaVu Sans"/>
              </a:defRPr>
            </a:lvl7pPr>
            <a:lvl8pPr algn="l">
              <a:defRPr sz="2850" b="0">
                <a:solidFill>
                  <a:srgbClr val="73D7D0"/>
                </a:solidFill>
                <a:latin typeface="DejaVu Sans"/>
                <a:ea typeface="DejaVu Sans"/>
                <a:cs typeface="DejaVu Sans"/>
              </a:defRPr>
            </a:lvl8pPr>
            <a:lvl9pPr algn="l">
              <a:defRPr sz="2850" b="0">
                <a:solidFill>
                  <a:srgbClr val="73D7D0"/>
                </a:solidFill>
                <a:latin typeface="DejaVu Sans"/>
                <a:ea typeface="DejaVu Sans"/>
                <a:cs typeface="DejaVu Sans"/>
              </a:defRPr>
            </a:lvl9pPr>
          </a:lstStyle>
          <a:p xmlns:a="http://schemas.openxmlformats.org/drawingml/2006/main">
            <a:pPr algn="l">
              <a:defRPr sz="2850" b="0">
                <a:solidFill>
                  <a:srgbClr val="73D7D0"/>
                </a:solidFill>
                <a:latin typeface="DejaVu Sans"/>
                <a:ea typeface="DejaVu Sans"/>
                <a:cs typeface="DejaVu Sans"/>
              </a:defRPr>
            </a:pPr>
            <a:r>
              <a:rPr sz="2850" b="0">
                <a:solidFill>
                  <a:srgbClr val="73D7D0"/>
                </a:solidFill>
                <a:latin typeface="DejaVu Sans"/>
                <a:ea typeface="DejaVu Sans"/>
                <a:cs typeface="DejaVu Sans"/>
              </a:rPr>
              <a:t>Which claim in your current work</a:t>
            </a:r>
          </a:p>
          <a:p xmlns:a="http://schemas.openxmlformats.org/drawingml/2006/main">
            <a:pPr algn="l">
              <a:defRPr sz="2850" b="0">
                <a:solidFill>
                  <a:srgbClr val="73D7D0"/>
                </a:solidFill>
                <a:latin typeface="DejaVu Sans"/>
                <a:ea typeface="DejaVu Sans"/>
                <a:cs typeface="DejaVu Sans"/>
              </a:defRPr>
            </a:pPr>
            <a:r>
              <a:rPr sz="2850" b="0">
                <a:solidFill>
                  <a:srgbClr val="73D7D0"/>
                </a:solidFill>
                <a:latin typeface="DejaVu Sans"/>
                <a:ea typeface="DejaVu Sans"/>
                <a:cs typeface="DejaVu Sans"/>
              </a:rPr>
              <a:t>needs the next observation?</a:t>
            </a:r>
          </a:p>
        </p:txBody>
      </p:sp>
      <p:sp>
        <p:nvSpPr>
          <p:cNvPr id="5" name="closing-limit">
            <a:extLst xmlns:a="http://schemas.openxmlformats.org/drawingml/2006/main">
              <a:ext uri="{FF2B5EF4-FFF2-40B4-BE49-F238E27FC236}">
                <a16:creationId xmlns:a16="http://schemas.microsoft.com/office/drawing/2014/main" id="{75407363-1961-4AB6-B7E6-6AE0C9895C9D}"/>
              </a:ext>
            </a:extLst>
          </p:cNvPr>
          <p:cNvSpPr>
            <a:spLocks xmlns:a="http://schemas.openxmlformats.org/drawingml/2006/main" noGrp="1"/>
          </p:cNvSpPr>
          <p:nvPr/>
        </p:nvSpPr>
        <p:spPr>
          <a:xfrm xmlns:a="http://schemas.openxmlformats.org/drawingml/2006/main">
            <a:off x="609600" y="6048375"/>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AB8C0"/>
                </a:solidFill>
                <a:latin typeface="DejaVu Sans"/>
                <a:ea typeface="DejaVu Sans"/>
                <a:cs typeface="DejaVu Sans"/>
              </a:defRPr>
            </a:defPPr>
            <a:lvl1pPr algn="l">
              <a:defRPr sz="1875" b="0">
                <a:solidFill>
                  <a:srgbClr val="AAB8C0"/>
                </a:solidFill>
                <a:latin typeface="DejaVu Sans"/>
                <a:ea typeface="DejaVu Sans"/>
                <a:cs typeface="DejaVu Sans"/>
              </a:defRPr>
            </a:lvl1pPr>
            <a:lvl2pPr algn="l">
              <a:defRPr sz="1875" b="0">
                <a:solidFill>
                  <a:srgbClr val="AAB8C0"/>
                </a:solidFill>
                <a:latin typeface="DejaVu Sans"/>
                <a:ea typeface="DejaVu Sans"/>
                <a:cs typeface="DejaVu Sans"/>
              </a:defRPr>
            </a:lvl2pPr>
            <a:lvl3pPr algn="l">
              <a:defRPr sz="1875" b="0">
                <a:solidFill>
                  <a:srgbClr val="AAB8C0"/>
                </a:solidFill>
                <a:latin typeface="DejaVu Sans"/>
                <a:ea typeface="DejaVu Sans"/>
                <a:cs typeface="DejaVu Sans"/>
              </a:defRPr>
            </a:lvl3pPr>
            <a:lvl4pPr algn="l">
              <a:defRPr sz="1875" b="0">
                <a:solidFill>
                  <a:srgbClr val="AAB8C0"/>
                </a:solidFill>
                <a:latin typeface="DejaVu Sans"/>
                <a:ea typeface="DejaVu Sans"/>
                <a:cs typeface="DejaVu Sans"/>
              </a:defRPr>
            </a:lvl4pPr>
            <a:lvl5pPr algn="l">
              <a:defRPr sz="1875" b="0">
                <a:solidFill>
                  <a:srgbClr val="AAB8C0"/>
                </a:solidFill>
                <a:latin typeface="DejaVu Sans"/>
                <a:ea typeface="DejaVu Sans"/>
                <a:cs typeface="DejaVu Sans"/>
              </a:defRPr>
            </a:lvl5pPr>
            <a:lvl6pPr algn="l">
              <a:defRPr sz="1875" b="0">
                <a:solidFill>
                  <a:srgbClr val="AAB8C0"/>
                </a:solidFill>
                <a:latin typeface="DejaVu Sans"/>
                <a:ea typeface="DejaVu Sans"/>
                <a:cs typeface="DejaVu Sans"/>
              </a:defRPr>
            </a:lvl6pPr>
            <a:lvl7pPr algn="l">
              <a:defRPr sz="1875" b="0">
                <a:solidFill>
                  <a:srgbClr val="AAB8C0"/>
                </a:solidFill>
                <a:latin typeface="DejaVu Sans"/>
                <a:ea typeface="DejaVu Sans"/>
                <a:cs typeface="DejaVu Sans"/>
              </a:defRPr>
            </a:lvl7pPr>
            <a:lvl8pPr algn="l">
              <a:defRPr sz="1875" b="0">
                <a:solidFill>
                  <a:srgbClr val="AAB8C0"/>
                </a:solidFill>
                <a:latin typeface="DejaVu Sans"/>
                <a:ea typeface="DejaVu Sans"/>
                <a:cs typeface="DejaVu Sans"/>
              </a:defRPr>
            </a:lvl8pPr>
            <a:lvl9pPr algn="l">
              <a:defRPr sz="1875" b="0">
                <a:solidFill>
                  <a:srgbClr val="AAB8C0"/>
                </a:solidFill>
                <a:latin typeface="DejaVu Sans"/>
                <a:ea typeface="DejaVu Sans"/>
                <a:cs typeface="DejaVu Sans"/>
              </a:defRPr>
            </a:lvl9pPr>
          </a:lstStyle>
          <a:p xmlns:a="http://schemas.openxmlformats.org/drawingml/2006/main">
            <a:pPr algn="l">
              <a:defRPr sz="1875" b="0">
                <a:solidFill>
                  <a:srgbClr val="AAB8C0"/>
                </a:solidFill>
                <a:latin typeface="DejaVu Sans"/>
                <a:ea typeface="DejaVu Sans"/>
                <a:cs typeface="DejaVu Sans"/>
              </a:defRPr>
            </a:pPr>
            <a:r>
              <a:rPr sz="1875" b="0">
                <a:solidFill>
                  <a:srgbClr val="AAB8C0"/>
                </a:solidFill>
                <a:latin typeface="DejaVu Sans"/>
                <a:ea typeface="DejaVu Sans"/>
                <a:cs typeface="DejaVu Sans"/>
              </a:rPr>
              <a:t>The proposed benefit requires evaluation in the team’s actual work.</a:t>
            </a:r>
          </a:p>
        </p:txBody>
      </p:sp>
    </p:spTree>
    <p:extLst>
      <p:ext uri="{BB962C8B-B14F-4D97-AF65-F5344CB8AC3E}">
        <p14:creationId xmlns:p14="http://schemas.microsoft.com/office/powerpoint/2010/main" val="1947371355"/>
      </p:ext>
    </p:extLst>
  </p:cSld>
</p:sld>
</file>

<file path=ppt/slides/slide19.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CB6928E-F2ED-45D1-B00E-56C50F183003}"/>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Assessment states</a:t>
            </a:r>
          </a:p>
        </p:txBody>
      </p:sp>
      <p:graphicFrame>
        <p:nvGraphicFramePr>
          <p:cNvPr id="3" name="">
            <a:extLst xmlns:a="http://schemas.openxmlformats.org/drawingml/2006/main">
              <a:ext uri="{FF2B5EF4-FFF2-40B4-BE49-F238E27FC236}">
                <a16:creationId xmlns:a16="http://schemas.microsoft.com/office/drawing/2014/main" id="{A830B6C3-74D8-41DA-900D-8510526DBD00}"/>
              </a:ext>
            </a:extLst>
          </p:cNvPr>
          <p:cNvGraphicFramePr/>
          <p:nvPr/>
        </p:nvGraphicFramePr>
        <p:xfrm>
          <a:off xmlns:a="http://schemas.openxmlformats.org/drawingml/2006/main" x="609600" y="1666875"/>
          <a:ext xmlns:a="http://schemas.openxmlformats.org/drawingml/2006/main" cx="10972800" cy="4238625"/>
        </p:xfrm>
        <a:graphic xmlns:a="http://schemas.openxmlformats.org/drawingml/2006/main">
          <a:graphicData uri="http://schemas.openxmlformats.org/drawingml/2006/table">
            <a:tbl>
              <a:tblPr/>
              <a:tblGrid>
                <a:gridCol w="3619500"/>
                <a:gridCol w="7353300"/>
              </a:tblGrid>
              <a:tr h="706438">
                <a:tc>
                  <a:txBody>
                    <a:bodyPr lIns="114300" tIns="114300" rIns="114300" bIns="114300"/>
                    <a:lstStyle/>
                    <a:p>
                      <a:r>
                        <a:rPr sz="1725" b="1">
                          <a:solidFill>
                            <a:srgbClr val="FFFFFF"/>
                          </a:solidFill>
                          <a:latin typeface="DejaVu Sans"/>
                          <a:ea typeface="DejaVu Sans"/>
                          <a:cs typeface="DejaVu Sans"/>
                        </a:rPr>
                        <a:t>State</a:t>
                      </a:r>
                    </a:p>
                  </a:txBody>
                  <a:tcPr marL="91440" marR="91440" marT="45720" marB="45720" anchor="ctr">
                    <a:lnL w="9525">
                      <a:solidFill>
                        <a:srgbClr val="D0D8D7"/>
                      </a:solidFill>
                      <a:prstDash val="solid"/>
                    </a:lnL>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c>
                  <a:txBody>
                    <a:bodyPr lIns="114300" tIns="114300" rIns="114300" bIns="114300"/>
                    <a:lstStyle/>
                    <a:p>
                      <a:r>
                        <a:rPr sz="1725" b="1">
                          <a:solidFill>
                            <a:srgbClr val="FFFFFF"/>
                          </a:solidFill>
                          <a:latin typeface="DejaVu Sans"/>
                          <a:ea typeface="DejaVu Sans"/>
                          <a:cs typeface="DejaVu Sans"/>
                        </a:rPr>
                        <a:t>Meaning for the next decision</a:t>
                      </a:r>
                    </a:p>
                  </a:txBody>
                  <a:tcPr marL="91440" marR="91440" marT="45720" marB="45720" anchor="ctr">
                    <a:lnR w="9525">
                      <a:solidFill>
                        <a:srgbClr val="D0D8D7"/>
                      </a:solidFill>
                      <a:prstDash val="solid"/>
                    </a:lnR>
                    <a:lnT w="9525">
                      <a:solidFill>
                        <a:srgbClr val="D0D8D7"/>
                      </a:solidFill>
                      <a:prstDash val="solid"/>
                    </a:lnT>
                    <a:lnB w="9525">
                      <a:solidFill>
                        <a:srgbClr val="D0D8D7"/>
                      </a:solidFill>
                      <a:prstDash val="solid"/>
                    </a:lnB>
                    <a:solidFill>
                      <a:srgbClr val="182731"/>
                    </a:solidFill>
                  </a:tcPr>
                </a:tc>
              </a:tr>
              <a:tr h="706438">
                <a:tc>
                  <a:txBody>
                    <a:bodyPr lIns="114300" tIns="114300" rIns="114300" bIns="114300"/>
                    <a:lstStyle/>
                    <a:p>
                      <a:r>
                        <a:rPr sz="1725" b="0">
                          <a:solidFill>
                            <a:srgbClr val="182731"/>
                          </a:solidFill>
                          <a:latin typeface="DejaVu Sans"/>
                          <a:ea typeface="DejaVu Sans"/>
                          <a:cs typeface="DejaVu Sans"/>
                        </a:rPr>
                        <a:t>Supported within scope</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The declared support and criteria hold under stated conditions.</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706438">
                <a:tc>
                  <a:txBody>
                    <a:bodyPr lIns="114300" tIns="114300" rIns="114300" bIns="114300"/>
                    <a:lstStyle/>
                    <a:p>
                      <a:r>
                        <a:rPr sz="1725" b="0">
                          <a:solidFill>
                            <a:srgbClr val="182731"/>
                          </a:solidFill>
                          <a:latin typeface="DejaVu Sans"/>
                          <a:ea typeface="DejaVu Sans"/>
                          <a:cs typeface="DejaVu Sans"/>
                        </a:rPr>
                        <a:t>Contradicted by evidence</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The observation conflicts with the bounded claim.</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706438">
                <a:tc>
                  <a:txBody>
                    <a:bodyPr lIns="114300" tIns="114300" rIns="114300" bIns="114300"/>
                    <a:lstStyle/>
                    <a:p>
                      <a:r>
                        <a:rPr sz="1725" b="0">
                          <a:solidFill>
                            <a:srgbClr val="182731"/>
                          </a:solidFill>
                          <a:latin typeface="DejaVu Sans"/>
                          <a:ea typeface="DejaVu Sans"/>
                          <a:cs typeface="DejaVu Sans"/>
                        </a:rPr>
                        <a:t>Unresolved</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Required evidence or a justified inference remains unavailable.</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706438">
                <a:tc>
                  <a:txBody>
                    <a:bodyPr lIns="114300" tIns="114300" rIns="114300" bIns="114300"/>
                    <a:lstStyle/>
                    <a:p>
                      <a:r>
                        <a:rPr sz="1725" b="0">
                          <a:solidFill>
                            <a:srgbClr val="182731"/>
                          </a:solidFill>
                          <a:latin typeface="DejaVu Sans"/>
                          <a:ea typeface="DejaVu Sans"/>
                          <a:cs typeface="DejaVu Sans"/>
                        </a:rPr>
                        <a:t>Acquisition failed</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The attempted measurement produced no admissible observation.</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r h="706438">
                <a:tc>
                  <a:txBody>
                    <a:bodyPr lIns="114300" tIns="114300" rIns="114300" bIns="114300"/>
                    <a:lstStyle/>
                    <a:p>
                      <a:r>
                        <a:rPr sz="1725" b="0">
                          <a:solidFill>
                            <a:srgbClr val="182731"/>
                          </a:solidFill>
                          <a:latin typeface="DejaVu Sans"/>
                          <a:ea typeface="DejaVu Sans"/>
                          <a:cs typeface="DejaVu Sans"/>
                        </a:rPr>
                        <a:t>Evidence requires reassessment</a:t>
                      </a:r>
                    </a:p>
                  </a:txBody>
                  <a:tcPr marL="91440" marR="91440" marT="45720" marB="45720" anchor="ctr">
                    <a:lnL w="9525">
                      <a:solidFill>
                        <a:srgbClr val="D0D8D7"/>
                      </a:solidFill>
                      <a:prstDash val="solid"/>
                    </a:lnL>
                    <a:lnR w="9525">
                      <a:solidFill>
                        <a:srgbClr val="D0D8D7"/>
                      </a:solidFill>
                      <a:prstDash val="solid"/>
                    </a:lnR>
                    <a:lnB w="9525">
                      <a:solidFill>
                        <a:srgbClr val="D0D8D7"/>
                      </a:solidFill>
                      <a:prstDash val="solid"/>
                    </a:lnB>
                    <a:solidFill>
                      <a:srgbClr val="F4F2ED"/>
                    </a:solidFill>
                  </a:tcPr>
                </a:tc>
                <a:tc>
                  <a:txBody>
                    <a:bodyPr lIns="114300" tIns="114300" rIns="114300" bIns="114300"/>
                    <a:lstStyle/>
                    <a:p>
                      <a:r>
                        <a:rPr sz="1725" b="0">
                          <a:solidFill>
                            <a:srgbClr val="182731"/>
                          </a:solidFill>
                          <a:latin typeface="DejaVu Sans"/>
                          <a:ea typeface="DejaVu Sans"/>
                          <a:cs typeface="DejaVu Sans"/>
                        </a:rPr>
                        <a:t>Freshness or applicability conditions need renewed support.</a:t>
                      </a:r>
                    </a:p>
                  </a:txBody>
                  <a:tcPr marL="91440" marR="91440" marT="45720" marB="45720" anchor="ctr">
                    <a:lnR w="9525">
                      <a:solidFill>
                        <a:srgbClr val="D0D8D7"/>
                      </a:solidFill>
                      <a:prstDash val="solid"/>
                    </a:lnR>
                    <a:lnB w="9525">
                      <a:solidFill>
                        <a:srgbClr val="D0D8D7"/>
                      </a:solidFill>
                      <a:prstDash val="solid"/>
                    </a:lnB>
                    <a:solidFill>
                      <a:srgbClr val="F4F2ED"/>
                    </a:solidFill>
                  </a:tcPr>
                </a:tc>
              </a:tr>
            </a:tbl>
          </a:graphicData>
        </a:graphic>
      </p:graphicFrame>
    </p:spTree>
    <p:extLst>
      <p:ext uri="{BB962C8B-B14F-4D97-AF65-F5344CB8AC3E}">
        <p14:creationId xmlns:p14="http://schemas.microsoft.com/office/powerpoint/2010/main" val="988665402"/>
      </p:ext>
    </p:extLst>
  </p:cSld>
</p:sld>
</file>

<file path=ppt/slides/slide20.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F5EF0A0-D8AB-47CB-9A77-AB6DC7D37A73}"/>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Sources for the foundations</a:t>
            </a:r>
          </a:p>
        </p:txBody>
      </p:sp>
      <p:sp>
        <p:nvSpPr>
          <p:cNvPr id="3" name="reference-0">
            <a:extLst xmlns:a="http://schemas.openxmlformats.org/drawingml/2006/main">
              <a:ext uri="{FF2B5EF4-FFF2-40B4-BE49-F238E27FC236}">
                <a16:creationId xmlns:a16="http://schemas.microsoft.com/office/drawing/2014/main" id="{70331065-4FF6-42E1-8188-5773498033EB}"/>
              </a:ext>
            </a:extLst>
          </p:cNvPr>
          <p:cNvSpPr>
            <a:spLocks xmlns:a="http://schemas.openxmlformats.org/drawingml/2006/main" noGrp="1"/>
          </p:cNvSpPr>
          <p:nvPr/>
        </p:nvSpPr>
        <p:spPr>
          <a:xfrm xmlns:a="http://schemas.openxmlformats.org/drawingml/2006/main">
            <a:off x="609600" y="16192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Royce (1970)  Managing the Development of Large Software Systems</a:t>
            </a:r>
          </a:p>
        </p:txBody>
      </p:sp>
      <p:sp>
        <p:nvSpPr>
          <p:cNvPr id="4" name="reference-1">
            <a:extLst xmlns:a="http://schemas.openxmlformats.org/drawingml/2006/main">
              <a:ext uri="{FF2B5EF4-FFF2-40B4-BE49-F238E27FC236}">
                <a16:creationId xmlns:a16="http://schemas.microsoft.com/office/drawing/2014/main" id="{96E33E3E-92C2-4686-AF28-664ED887C791}"/>
              </a:ext>
            </a:extLst>
          </p:cNvPr>
          <p:cNvSpPr>
            <a:spLocks xmlns:a="http://schemas.openxmlformats.org/drawingml/2006/main" noGrp="1"/>
          </p:cNvSpPr>
          <p:nvPr/>
        </p:nvSpPr>
        <p:spPr>
          <a:xfrm xmlns:a="http://schemas.openxmlformats.org/drawingml/2006/main">
            <a:off x="609600" y="21717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Boehm (1988)  A Spiral Model of Software Development and Enhancement</a:t>
            </a:r>
          </a:p>
        </p:txBody>
      </p:sp>
      <p:sp>
        <p:nvSpPr>
          <p:cNvPr id="5" name="reference-2">
            <a:extLst xmlns:a="http://schemas.openxmlformats.org/drawingml/2006/main">
              <a:ext uri="{FF2B5EF4-FFF2-40B4-BE49-F238E27FC236}">
                <a16:creationId xmlns:a16="http://schemas.microsoft.com/office/drawing/2014/main" id="{810EC80A-9E3C-46A6-9D14-366E286EE8B6}"/>
              </a:ext>
            </a:extLst>
          </p:cNvPr>
          <p:cNvSpPr>
            <a:spLocks xmlns:a="http://schemas.openxmlformats.org/drawingml/2006/main" noGrp="1"/>
          </p:cNvSpPr>
          <p:nvPr/>
        </p:nvSpPr>
        <p:spPr>
          <a:xfrm xmlns:a="http://schemas.openxmlformats.org/drawingml/2006/main">
            <a:off x="609600" y="27241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Agile Manifesto (2001)  Values and principles</a:t>
            </a:r>
          </a:p>
        </p:txBody>
      </p:sp>
      <p:sp>
        <p:nvSpPr>
          <p:cNvPr id="6" name="reference-3">
            <a:extLst xmlns:a="http://schemas.openxmlformats.org/drawingml/2006/main">
              <a:ext uri="{FF2B5EF4-FFF2-40B4-BE49-F238E27FC236}">
                <a16:creationId xmlns:a16="http://schemas.microsoft.com/office/drawing/2014/main" id="{C1EF8A80-0DA3-4DE9-9D01-7D6BCFA5A807}"/>
              </a:ext>
            </a:extLst>
          </p:cNvPr>
          <p:cNvSpPr>
            <a:spLocks xmlns:a="http://schemas.openxmlformats.org/drawingml/2006/main" noGrp="1"/>
          </p:cNvSpPr>
          <p:nvPr/>
        </p:nvSpPr>
        <p:spPr>
          <a:xfrm xmlns:a="http://schemas.openxmlformats.org/drawingml/2006/main">
            <a:off x="609600" y="32766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Humble and Farley (2010)  Continuous Delivery</a:t>
            </a:r>
          </a:p>
        </p:txBody>
      </p:sp>
      <p:sp>
        <p:nvSpPr>
          <p:cNvPr id="7" name="reference-4">
            <a:extLst xmlns:a="http://schemas.openxmlformats.org/drawingml/2006/main">
              <a:ext uri="{FF2B5EF4-FFF2-40B4-BE49-F238E27FC236}">
                <a16:creationId xmlns:a16="http://schemas.microsoft.com/office/drawing/2014/main" id="{C5549AE5-5ED3-4B11-BF43-52D9C8AF4963}"/>
              </a:ext>
            </a:extLst>
          </p:cNvPr>
          <p:cNvSpPr>
            <a:spLocks xmlns:a="http://schemas.openxmlformats.org/drawingml/2006/main" noGrp="1"/>
          </p:cNvSpPr>
          <p:nvPr/>
        </p:nvSpPr>
        <p:spPr>
          <a:xfrm xmlns:a="http://schemas.openxmlformats.org/drawingml/2006/main">
            <a:off x="609600" y="3829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Kitchenham, Dybå and Jørgensen (2004)  Evidence-Based Software Engineering</a:t>
            </a:r>
          </a:p>
        </p:txBody>
      </p:sp>
      <p:sp>
        <p:nvSpPr>
          <p:cNvPr id="8" name="reference-5">
            <a:extLst xmlns:a="http://schemas.openxmlformats.org/drawingml/2006/main">
              <a:ext uri="{FF2B5EF4-FFF2-40B4-BE49-F238E27FC236}">
                <a16:creationId xmlns:a16="http://schemas.microsoft.com/office/drawing/2014/main" id="{503980A0-A583-45D6-A031-F50BFE597F40}"/>
              </a:ext>
            </a:extLst>
          </p:cNvPr>
          <p:cNvSpPr>
            <a:spLocks xmlns:a="http://schemas.openxmlformats.org/drawingml/2006/main" noGrp="1"/>
          </p:cNvSpPr>
          <p:nvPr/>
        </p:nvSpPr>
        <p:spPr>
          <a:xfrm xmlns:a="http://schemas.openxmlformats.org/drawingml/2006/main">
            <a:off x="609600" y="43815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Toulmin (2003)  The Uses of Argument</a:t>
            </a:r>
          </a:p>
        </p:txBody>
      </p:sp>
      <p:sp>
        <p:nvSpPr>
          <p:cNvPr id="9" name="reference-6">
            <a:extLst xmlns:a="http://schemas.openxmlformats.org/drawingml/2006/main">
              <a:ext uri="{FF2B5EF4-FFF2-40B4-BE49-F238E27FC236}">
                <a16:creationId xmlns:a16="http://schemas.microsoft.com/office/drawing/2014/main" id="{D6F68811-E7AE-4D57-BBC7-176586920BB9}"/>
              </a:ext>
            </a:extLst>
          </p:cNvPr>
          <p:cNvSpPr>
            <a:spLocks xmlns:a="http://schemas.openxmlformats.org/drawingml/2006/main" noGrp="1"/>
          </p:cNvSpPr>
          <p:nvPr/>
        </p:nvSpPr>
        <p:spPr>
          <a:xfrm xmlns:a="http://schemas.openxmlformats.org/drawingml/2006/main">
            <a:off x="609600" y="49339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OMG (2023)  Structured Assurance Case Metamodel 2.3</a:t>
            </a:r>
          </a:p>
        </p:txBody>
      </p:sp>
      <p:sp>
        <p:nvSpPr>
          <p:cNvPr id="10" name="reference-7">
            <a:extLst xmlns:a="http://schemas.openxmlformats.org/drawingml/2006/main">
              <a:ext uri="{FF2B5EF4-FFF2-40B4-BE49-F238E27FC236}">
                <a16:creationId xmlns:a16="http://schemas.microsoft.com/office/drawing/2014/main" id="{7F79BEA0-3A3D-4506-A551-2C52C27AB32B}"/>
              </a:ext>
            </a:extLst>
          </p:cNvPr>
          <p:cNvSpPr>
            <a:spLocks xmlns:a="http://schemas.openxmlformats.org/drawingml/2006/main" noGrp="1"/>
          </p:cNvSpPr>
          <p:nvPr/>
        </p:nvSpPr>
        <p:spPr>
          <a:xfrm xmlns:a="http://schemas.openxmlformats.org/drawingml/2006/main">
            <a:off x="609600" y="54864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82731"/>
                </a:solidFill>
                <a:latin typeface="DejaVu Sans"/>
                <a:ea typeface="DejaVu Sans"/>
                <a:cs typeface="DejaVu Sans"/>
              </a:defRPr>
            </a:defPPr>
            <a:lvl1pPr algn="l">
              <a:defRPr sz="1800" b="0">
                <a:solidFill>
                  <a:srgbClr val="182731"/>
                </a:solidFill>
                <a:latin typeface="DejaVu Sans"/>
                <a:ea typeface="DejaVu Sans"/>
                <a:cs typeface="DejaVu Sans"/>
              </a:defRPr>
            </a:lvl1pPr>
            <a:lvl2pPr algn="l">
              <a:defRPr sz="1800" b="0">
                <a:solidFill>
                  <a:srgbClr val="182731"/>
                </a:solidFill>
                <a:latin typeface="DejaVu Sans"/>
                <a:ea typeface="DejaVu Sans"/>
                <a:cs typeface="DejaVu Sans"/>
              </a:defRPr>
            </a:lvl2pPr>
            <a:lvl3pPr algn="l">
              <a:defRPr sz="1800" b="0">
                <a:solidFill>
                  <a:srgbClr val="182731"/>
                </a:solidFill>
                <a:latin typeface="DejaVu Sans"/>
                <a:ea typeface="DejaVu Sans"/>
                <a:cs typeface="DejaVu Sans"/>
              </a:defRPr>
            </a:lvl3pPr>
            <a:lvl4pPr algn="l">
              <a:defRPr sz="1800" b="0">
                <a:solidFill>
                  <a:srgbClr val="182731"/>
                </a:solidFill>
                <a:latin typeface="DejaVu Sans"/>
                <a:ea typeface="DejaVu Sans"/>
                <a:cs typeface="DejaVu Sans"/>
              </a:defRPr>
            </a:lvl4pPr>
            <a:lvl5pPr algn="l">
              <a:defRPr sz="1800" b="0">
                <a:solidFill>
                  <a:srgbClr val="182731"/>
                </a:solidFill>
                <a:latin typeface="DejaVu Sans"/>
                <a:ea typeface="DejaVu Sans"/>
                <a:cs typeface="DejaVu Sans"/>
              </a:defRPr>
            </a:lvl5pPr>
            <a:lvl6pPr algn="l">
              <a:defRPr sz="1800" b="0">
                <a:solidFill>
                  <a:srgbClr val="182731"/>
                </a:solidFill>
                <a:latin typeface="DejaVu Sans"/>
                <a:ea typeface="DejaVu Sans"/>
                <a:cs typeface="DejaVu Sans"/>
              </a:defRPr>
            </a:lvl6pPr>
            <a:lvl7pPr algn="l">
              <a:defRPr sz="1800" b="0">
                <a:solidFill>
                  <a:srgbClr val="182731"/>
                </a:solidFill>
                <a:latin typeface="DejaVu Sans"/>
                <a:ea typeface="DejaVu Sans"/>
                <a:cs typeface="DejaVu Sans"/>
              </a:defRPr>
            </a:lvl7pPr>
            <a:lvl8pPr algn="l">
              <a:defRPr sz="1800" b="0">
                <a:solidFill>
                  <a:srgbClr val="182731"/>
                </a:solidFill>
                <a:latin typeface="DejaVu Sans"/>
                <a:ea typeface="DejaVu Sans"/>
                <a:cs typeface="DejaVu Sans"/>
              </a:defRPr>
            </a:lvl8pPr>
            <a:lvl9pPr algn="l">
              <a:defRPr sz="1800" b="0">
                <a:solidFill>
                  <a:srgbClr val="182731"/>
                </a:solidFill>
                <a:latin typeface="DejaVu Sans"/>
                <a:ea typeface="DejaVu Sans"/>
                <a:cs typeface="DejaVu Sans"/>
              </a:defRPr>
            </a:lvl9pPr>
          </a:lstStyle>
          <a:p xmlns:a="http://schemas.openxmlformats.org/drawingml/2006/main">
            <a:pPr algn="l">
              <a:defRPr sz="1800" b="0">
                <a:solidFill>
                  <a:srgbClr val="182731"/>
                </a:solidFill>
                <a:latin typeface="DejaVu Sans"/>
                <a:ea typeface="DejaVu Sans"/>
                <a:cs typeface="DejaVu Sans"/>
              </a:defRPr>
            </a:pPr>
            <a:r>
              <a:rPr sz="1800" b="0">
                <a:solidFill>
                  <a:srgbClr val="182731"/>
                </a:solidFill>
                <a:latin typeface="DejaVu Sans"/>
                <a:ea typeface="DejaVu Sans"/>
                <a:cs typeface="DejaVu Sans"/>
              </a:rPr>
              <a:t>NIST (2022)  Secure Software Development Framework 1.1</a:t>
            </a:r>
          </a:p>
        </p:txBody>
      </p:sp>
    </p:spTree>
    <p:extLst>
      <p:ext uri="{BB962C8B-B14F-4D97-AF65-F5344CB8AC3E}">
        <p14:creationId xmlns:p14="http://schemas.microsoft.com/office/powerpoint/2010/main" val="1234011406"/>
      </p:ext>
    </p:extLst>
  </p:cSld>
</p:sld>
</file>

<file path=ppt/slides/slide21.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532A983-466B-4DBC-9451-C46766B266A1}"/>
              </a:ext>
            </a:extLst>
          </p:cNvPr>
          <p:cNvSpPr>
            <a:spLocks xmlns:a="http://schemas.openxmlformats.org/drawingml/2006/main" noGrp="1"/>
          </p:cNvSpPr>
          <p:nvPr/>
        </p:nvSpPr>
        <p:spPr>
          <a:xfrm xmlns:a="http://schemas.openxmlformats.org/drawingml/2006/main">
            <a:off x="609600" y="4381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2731"/>
                </a:solidFill>
                <a:latin typeface="DejaVu Sans"/>
                <a:ea typeface="DejaVu Sans"/>
                <a:cs typeface="DejaVu Sans"/>
              </a:defRPr>
            </a:defPPr>
            <a:lvl1pPr algn="l">
              <a:defRPr sz="3300" b="1">
                <a:solidFill>
                  <a:srgbClr val="182731"/>
                </a:solidFill>
                <a:latin typeface="DejaVu Sans"/>
                <a:ea typeface="DejaVu Sans"/>
                <a:cs typeface="DejaVu Sans"/>
              </a:defRPr>
            </a:lvl1pPr>
            <a:lvl2pPr algn="l">
              <a:defRPr sz="3300" b="1">
                <a:solidFill>
                  <a:srgbClr val="182731"/>
                </a:solidFill>
                <a:latin typeface="DejaVu Sans"/>
                <a:ea typeface="DejaVu Sans"/>
                <a:cs typeface="DejaVu Sans"/>
              </a:defRPr>
            </a:lvl2pPr>
            <a:lvl3pPr algn="l">
              <a:defRPr sz="3300" b="1">
                <a:solidFill>
                  <a:srgbClr val="182731"/>
                </a:solidFill>
                <a:latin typeface="DejaVu Sans"/>
                <a:ea typeface="DejaVu Sans"/>
                <a:cs typeface="DejaVu Sans"/>
              </a:defRPr>
            </a:lvl3pPr>
            <a:lvl4pPr algn="l">
              <a:defRPr sz="3300" b="1">
                <a:solidFill>
                  <a:srgbClr val="182731"/>
                </a:solidFill>
                <a:latin typeface="DejaVu Sans"/>
                <a:ea typeface="DejaVu Sans"/>
                <a:cs typeface="DejaVu Sans"/>
              </a:defRPr>
            </a:lvl4pPr>
            <a:lvl5pPr algn="l">
              <a:defRPr sz="3300" b="1">
                <a:solidFill>
                  <a:srgbClr val="182731"/>
                </a:solidFill>
                <a:latin typeface="DejaVu Sans"/>
                <a:ea typeface="DejaVu Sans"/>
                <a:cs typeface="DejaVu Sans"/>
              </a:defRPr>
            </a:lvl5pPr>
            <a:lvl6pPr algn="l">
              <a:defRPr sz="3300" b="1">
                <a:solidFill>
                  <a:srgbClr val="182731"/>
                </a:solidFill>
                <a:latin typeface="DejaVu Sans"/>
                <a:ea typeface="DejaVu Sans"/>
                <a:cs typeface="DejaVu Sans"/>
              </a:defRPr>
            </a:lvl6pPr>
            <a:lvl7pPr algn="l">
              <a:defRPr sz="3300" b="1">
                <a:solidFill>
                  <a:srgbClr val="182731"/>
                </a:solidFill>
                <a:latin typeface="DejaVu Sans"/>
                <a:ea typeface="DejaVu Sans"/>
                <a:cs typeface="DejaVu Sans"/>
              </a:defRPr>
            </a:lvl7pPr>
            <a:lvl8pPr algn="l">
              <a:defRPr sz="3300" b="1">
                <a:solidFill>
                  <a:srgbClr val="182731"/>
                </a:solidFill>
                <a:latin typeface="DejaVu Sans"/>
                <a:ea typeface="DejaVu Sans"/>
                <a:cs typeface="DejaVu Sans"/>
              </a:defRPr>
            </a:lvl8pPr>
            <a:lvl9pPr algn="l">
              <a:defRPr sz="3300" b="1">
                <a:solidFill>
                  <a:srgbClr val="182731"/>
                </a:solidFill>
                <a:latin typeface="DejaVu Sans"/>
                <a:ea typeface="DejaVu Sans"/>
                <a:cs typeface="DejaVu Sans"/>
              </a:defRPr>
            </a:lvl9pPr>
          </a:lstStyle>
          <a:p xmlns:a="http://schemas.openxmlformats.org/drawingml/2006/main">
            <a:pPr algn="l">
              <a:defRPr sz="3300" b="1">
                <a:solidFill>
                  <a:srgbClr val="182731"/>
                </a:solidFill>
                <a:latin typeface="DejaVu Sans"/>
                <a:ea typeface="DejaVu Sans"/>
                <a:cs typeface="DejaVu Sans"/>
              </a:defRPr>
            </a:pPr>
            <a:r>
              <a:rPr sz="3300" b="1">
                <a:solidFill>
                  <a:srgbClr val="182731"/>
                </a:solidFill>
                <a:latin typeface="DejaVu Sans"/>
                <a:ea typeface="DejaVu Sans"/>
                <a:cs typeface="DejaVu Sans"/>
              </a:rPr>
              <a:t>Sources for AI and implementation</a:t>
            </a:r>
          </a:p>
        </p:txBody>
      </p:sp>
      <p:sp>
        <p:nvSpPr>
          <p:cNvPr id="3" name="source-0">
            <a:extLst xmlns:a="http://schemas.openxmlformats.org/drawingml/2006/main">
              <a:ext uri="{FF2B5EF4-FFF2-40B4-BE49-F238E27FC236}">
                <a16:creationId xmlns:a16="http://schemas.microsoft.com/office/drawing/2014/main" id="{23850A05-8D34-47CC-B789-F12E2C79D9EB}"/>
              </a:ext>
            </a:extLst>
          </p:cNvPr>
          <p:cNvSpPr>
            <a:spLocks xmlns:a="http://schemas.openxmlformats.org/drawingml/2006/main" noGrp="1"/>
          </p:cNvSpPr>
          <p:nvPr/>
        </p:nvSpPr>
        <p:spPr>
          <a:xfrm xmlns:a="http://schemas.openxmlformats.org/drawingml/2006/main">
            <a:off x="609600" y="1666875"/>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2731"/>
                </a:solidFill>
                <a:latin typeface="DejaVu Sans"/>
                <a:ea typeface="DejaVu Sans"/>
                <a:cs typeface="DejaVu Sans"/>
              </a:defRPr>
            </a:defPPr>
            <a:lvl1pPr algn="l">
              <a:defRPr sz="2100" b="1">
                <a:solidFill>
                  <a:srgbClr val="182731"/>
                </a:solidFill>
                <a:latin typeface="DejaVu Sans"/>
                <a:ea typeface="DejaVu Sans"/>
                <a:cs typeface="DejaVu Sans"/>
              </a:defRPr>
            </a:lvl1pPr>
            <a:lvl2pPr algn="l">
              <a:defRPr sz="2100" b="1">
                <a:solidFill>
                  <a:srgbClr val="182731"/>
                </a:solidFill>
                <a:latin typeface="DejaVu Sans"/>
                <a:ea typeface="DejaVu Sans"/>
                <a:cs typeface="DejaVu Sans"/>
              </a:defRPr>
            </a:lvl2pPr>
            <a:lvl3pPr algn="l">
              <a:defRPr sz="2100" b="1">
                <a:solidFill>
                  <a:srgbClr val="182731"/>
                </a:solidFill>
                <a:latin typeface="DejaVu Sans"/>
                <a:ea typeface="DejaVu Sans"/>
                <a:cs typeface="DejaVu Sans"/>
              </a:defRPr>
            </a:lvl3pPr>
            <a:lvl4pPr algn="l">
              <a:defRPr sz="2100" b="1">
                <a:solidFill>
                  <a:srgbClr val="182731"/>
                </a:solidFill>
                <a:latin typeface="DejaVu Sans"/>
                <a:ea typeface="DejaVu Sans"/>
                <a:cs typeface="DejaVu Sans"/>
              </a:defRPr>
            </a:lvl4pPr>
            <a:lvl5pPr algn="l">
              <a:defRPr sz="2100" b="1">
                <a:solidFill>
                  <a:srgbClr val="182731"/>
                </a:solidFill>
                <a:latin typeface="DejaVu Sans"/>
                <a:ea typeface="DejaVu Sans"/>
                <a:cs typeface="DejaVu Sans"/>
              </a:defRPr>
            </a:lvl5pPr>
            <a:lvl6pPr algn="l">
              <a:defRPr sz="2100" b="1">
                <a:solidFill>
                  <a:srgbClr val="182731"/>
                </a:solidFill>
                <a:latin typeface="DejaVu Sans"/>
                <a:ea typeface="DejaVu Sans"/>
                <a:cs typeface="DejaVu Sans"/>
              </a:defRPr>
            </a:lvl6pPr>
            <a:lvl7pPr algn="l">
              <a:defRPr sz="2100" b="1">
                <a:solidFill>
                  <a:srgbClr val="182731"/>
                </a:solidFill>
                <a:latin typeface="DejaVu Sans"/>
                <a:ea typeface="DejaVu Sans"/>
                <a:cs typeface="DejaVu Sans"/>
              </a:defRPr>
            </a:lvl7pPr>
            <a:lvl8pPr algn="l">
              <a:defRPr sz="2100" b="1">
                <a:solidFill>
                  <a:srgbClr val="182731"/>
                </a:solidFill>
                <a:latin typeface="DejaVu Sans"/>
                <a:ea typeface="DejaVu Sans"/>
                <a:cs typeface="DejaVu Sans"/>
              </a:defRPr>
            </a:lvl8pPr>
            <a:lvl9pPr algn="l">
              <a:defRPr sz="2100" b="1">
                <a:solidFill>
                  <a:srgbClr val="182731"/>
                </a:solidFill>
                <a:latin typeface="DejaVu Sans"/>
                <a:ea typeface="DejaVu Sans"/>
                <a:cs typeface="DejaVu Sans"/>
              </a:defRPr>
            </a:lvl9pPr>
          </a:lstStyle>
          <a:p xmlns:a="http://schemas.openxmlformats.org/drawingml/2006/main">
            <a:pPr algn="l">
              <a:defRPr sz="2100" b="1">
                <a:solidFill>
                  <a:srgbClr val="182731"/>
                </a:solidFill>
                <a:latin typeface="DejaVu Sans"/>
                <a:ea typeface="DejaVu Sans"/>
                <a:cs typeface="DejaVu Sans"/>
              </a:defRPr>
            </a:pPr>
            <a:r>
              <a:rPr sz="2100" b="1">
                <a:solidFill>
                  <a:srgbClr val="182731"/>
                </a:solidFill>
                <a:latin typeface="DejaVu Sans"/>
                <a:ea typeface="DejaVu Sans"/>
                <a:cs typeface="DejaVu Sans"/>
              </a:rPr>
              <a:t>Peng et al. (2023)</a:t>
            </a:r>
          </a:p>
        </p:txBody>
      </p:sp>
      <p:sp>
        <p:nvSpPr>
          <p:cNvPr id="4" name="source-detail-0">
            <a:extLst xmlns:a="http://schemas.openxmlformats.org/drawingml/2006/main">
              <a:ext uri="{FF2B5EF4-FFF2-40B4-BE49-F238E27FC236}">
                <a16:creationId xmlns:a16="http://schemas.microsoft.com/office/drawing/2014/main" id="{00F8274C-B41C-41B9-B68F-BD185E7E8F4E}"/>
              </a:ext>
            </a:extLst>
          </p:cNvPr>
          <p:cNvSpPr>
            <a:spLocks xmlns:a="http://schemas.openxmlformats.org/drawingml/2006/main" noGrp="1"/>
          </p:cNvSpPr>
          <p:nvPr/>
        </p:nvSpPr>
        <p:spPr>
          <a:xfrm xmlns:a="http://schemas.openxmlformats.org/drawingml/2006/main">
            <a:off x="4333875" y="1666875"/>
            <a:ext cx="723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2731"/>
                </a:solidFill>
                <a:latin typeface="DejaVu Sans"/>
                <a:ea typeface="DejaVu Sans"/>
                <a:cs typeface="DejaVu Sans"/>
              </a:defRPr>
            </a:defPPr>
            <a:lvl1pPr algn="l">
              <a:defRPr sz="1950" b="0">
                <a:solidFill>
                  <a:srgbClr val="182731"/>
                </a:solidFill>
                <a:latin typeface="DejaVu Sans"/>
                <a:ea typeface="DejaVu Sans"/>
                <a:cs typeface="DejaVu Sans"/>
              </a:defRPr>
            </a:lvl1pPr>
            <a:lvl2pPr algn="l">
              <a:defRPr sz="1950" b="0">
                <a:solidFill>
                  <a:srgbClr val="182731"/>
                </a:solidFill>
                <a:latin typeface="DejaVu Sans"/>
                <a:ea typeface="DejaVu Sans"/>
                <a:cs typeface="DejaVu Sans"/>
              </a:defRPr>
            </a:lvl2pPr>
            <a:lvl3pPr algn="l">
              <a:defRPr sz="1950" b="0">
                <a:solidFill>
                  <a:srgbClr val="182731"/>
                </a:solidFill>
                <a:latin typeface="DejaVu Sans"/>
                <a:ea typeface="DejaVu Sans"/>
                <a:cs typeface="DejaVu Sans"/>
              </a:defRPr>
            </a:lvl3pPr>
            <a:lvl4pPr algn="l">
              <a:defRPr sz="1950" b="0">
                <a:solidFill>
                  <a:srgbClr val="182731"/>
                </a:solidFill>
                <a:latin typeface="DejaVu Sans"/>
                <a:ea typeface="DejaVu Sans"/>
                <a:cs typeface="DejaVu Sans"/>
              </a:defRPr>
            </a:lvl4pPr>
            <a:lvl5pPr algn="l">
              <a:defRPr sz="1950" b="0">
                <a:solidFill>
                  <a:srgbClr val="182731"/>
                </a:solidFill>
                <a:latin typeface="DejaVu Sans"/>
                <a:ea typeface="DejaVu Sans"/>
                <a:cs typeface="DejaVu Sans"/>
              </a:defRPr>
            </a:lvl5pPr>
            <a:lvl6pPr algn="l">
              <a:defRPr sz="1950" b="0">
                <a:solidFill>
                  <a:srgbClr val="182731"/>
                </a:solidFill>
                <a:latin typeface="DejaVu Sans"/>
                <a:ea typeface="DejaVu Sans"/>
                <a:cs typeface="DejaVu Sans"/>
              </a:defRPr>
            </a:lvl6pPr>
            <a:lvl7pPr algn="l">
              <a:defRPr sz="1950" b="0">
                <a:solidFill>
                  <a:srgbClr val="182731"/>
                </a:solidFill>
                <a:latin typeface="DejaVu Sans"/>
                <a:ea typeface="DejaVu Sans"/>
                <a:cs typeface="DejaVu Sans"/>
              </a:defRPr>
            </a:lvl7pPr>
            <a:lvl8pPr algn="l">
              <a:defRPr sz="1950" b="0">
                <a:solidFill>
                  <a:srgbClr val="182731"/>
                </a:solidFill>
                <a:latin typeface="DejaVu Sans"/>
                <a:ea typeface="DejaVu Sans"/>
                <a:cs typeface="DejaVu Sans"/>
              </a:defRPr>
            </a:lvl8pPr>
            <a:lvl9pPr algn="l">
              <a:defRPr sz="1950" b="0">
                <a:solidFill>
                  <a:srgbClr val="182731"/>
                </a:solidFill>
                <a:latin typeface="DejaVu Sans"/>
                <a:ea typeface="DejaVu Sans"/>
                <a:cs typeface="DejaVu Sans"/>
              </a:defRPr>
            </a:lvl9pPr>
          </a:lstStyle>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The Impact of AI on Developer Productivity</a:t>
            </a:r>
          </a:p>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Evidence from GitHub Copilot</a:t>
            </a:r>
          </a:p>
        </p:txBody>
      </p:sp>
      <p:sp>
        <p:nvSpPr>
          <p:cNvPr id="5" name="source-1">
            <a:extLst xmlns:a="http://schemas.openxmlformats.org/drawingml/2006/main">
              <a:ext uri="{FF2B5EF4-FFF2-40B4-BE49-F238E27FC236}">
                <a16:creationId xmlns:a16="http://schemas.microsoft.com/office/drawing/2014/main" id="{9C8F37B9-1374-4E1B-9BAD-6E273185A8A0}"/>
              </a:ext>
            </a:extLst>
          </p:cNvPr>
          <p:cNvSpPr>
            <a:spLocks xmlns:a="http://schemas.openxmlformats.org/drawingml/2006/main" noGrp="1"/>
          </p:cNvSpPr>
          <p:nvPr/>
        </p:nvSpPr>
        <p:spPr>
          <a:xfrm xmlns:a="http://schemas.openxmlformats.org/drawingml/2006/main">
            <a:off x="609600" y="2781300"/>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2731"/>
                </a:solidFill>
                <a:latin typeface="DejaVu Sans"/>
                <a:ea typeface="DejaVu Sans"/>
                <a:cs typeface="DejaVu Sans"/>
              </a:defRPr>
            </a:defPPr>
            <a:lvl1pPr algn="l">
              <a:defRPr sz="2100" b="1">
                <a:solidFill>
                  <a:srgbClr val="182731"/>
                </a:solidFill>
                <a:latin typeface="DejaVu Sans"/>
                <a:ea typeface="DejaVu Sans"/>
                <a:cs typeface="DejaVu Sans"/>
              </a:defRPr>
            </a:lvl1pPr>
            <a:lvl2pPr algn="l">
              <a:defRPr sz="2100" b="1">
                <a:solidFill>
                  <a:srgbClr val="182731"/>
                </a:solidFill>
                <a:latin typeface="DejaVu Sans"/>
                <a:ea typeface="DejaVu Sans"/>
                <a:cs typeface="DejaVu Sans"/>
              </a:defRPr>
            </a:lvl2pPr>
            <a:lvl3pPr algn="l">
              <a:defRPr sz="2100" b="1">
                <a:solidFill>
                  <a:srgbClr val="182731"/>
                </a:solidFill>
                <a:latin typeface="DejaVu Sans"/>
                <a:ea typeface="DejaVu Sans"/>
                <a:cs typeface="DejaVu Sans"/>
              </a:defRPr>
            </a:lvl3pPr>
            <a:lvl4pPr algn="l">
              <a:defRPr sz="2100" b="1">
                <a:solidFill>
                  <a:srgbClr val="182731"/>
                </a:solidFill>
                <a:latin typeface="DejaVu Sans"/>
                <a:ea typeface="DejaVu Sans"/>
                <a:cs typeface="DejaVu Sans"/>
              </a:defRPr>
            </a:lvl4pPr>
            <a:lvl5pPr algn="l">
              <a:defRPr sz="2100" b="1">
                <a:solidFill>
                  <a:srgbClr val="182731"/>
                </a:solidFill>
                <a:latin typeface="DejaVu Sans"/>
                <a:ea typeface="DejaVu Sans"/>
                <a:cs typeface="DejaVu Sans"/>
              </a:defRPr>
            </a:lvl5pPr>
            <a:lvl6pPr algn="l">
              <a:defRPr sz="2100" b="1">
                <a:solidFill>
                  <a:srgbClr val="182731"/>
                </a:solidFill>
                <a:latin typeface="DejaVu Sans"/>
                <a:ea typeface="DejaVu Sans"/>
                <a:cs typeface="DejaVu Sans"/>
              </a:defRPr>
            </a:lvl6pPr>
            <a:lvl7pPr algn="l">
              <a:defRPr sz="2100" b="1">
                <a:solidFill>
                  <a:srgbClr val="182731"/>
                </a:solidFill>
                <a:latin typeface="DejaVu Sans"/>
                <a:ea typeface="DejaVu Sans"/>
                <a:cs typeface="DejaVu Sans"/>
              </a:defRPr>
            </a:lvl7pPr>
            <a:lvl8pPr algn="l">
              <a:defRPr sz="2100" b="1">
                <a:solidFill>
                  <a:srgbClr val="182731"/>
                </a:solidFill>
                <a:latin typeface="DejaVu Sans"/>
                <a:ea typeface="DejaVu Sans"/>
                <a:cs typeface="DejaVu Sans"/>
              </a:defRPr>
            </a:lvl8pPr>
            <a:lvl9pPr algn="l">
              <a:defRPr sz="2100" b="1">
                <a:solidFill>
                  <a:srgbClr val="182731"/>
                </a:solidFill>
                <a:latin typeface="DejaVu Sans"/>
                <a:ea typeface="DejaVu Sans"/>
                <a:cs typeface="DejaVu Sans"/>
              </a:defRPr>
            </a:lvl9pPr>
          </a:lstStyle>
          <a:p xmlns:a="http://schemas.openxmlformats.org/drawingml/2006/main">
            <a:pPr algn="l">
              <a:defRPr sz="2100" b="1">
                <a:solidFill>
                  <a:srgbClr val="182731"/>
                </a:solidFill>
                <a:latin typeface="DejaVu Sans"/>
                <a:ea typeface="DejaVu Sans"/>
                <a:cs typeface="DejaVu Sans"/>
              </a:defRPr>
            </a:pPr>
            <a:r>
              <a:rPr sz="2100" b="1">
                <a:solidFill>
                  <a:srgbClr val="182731"/>
                </a:solidFill>
                <a:latin typeface="DejaVu Sans"/>
                <a:ea typeface="DejaVu Sans"/>
                <a:cs typeface="DejaVu Sans"/>
              </a:rPr>
              <a:t>Becker et al. (2025)</a:t>
            </a:r>
          </a:p>
        </p:txBody>
      </p:sp>
      <p:sp>
        <p:nvSpPr>
          <p:cNvPr id="6" name="source-detail-1">
            <a:extLst xmlns:a="http://schemas.openxmlformats.org/drawingml/2006/main">
              <a:ext uri="{FF2B5EF4-FFF2-40B4-BE49-F238E27FC236}">
                <a16:creationId xmlns:a16="http://schemas.microsoft.com/office/drawing/2014/main" id="{9BB064B5-914C-493F-937E-52777A903C38}"/>
              </a:ext>
            </a:extLst>
          </p:cNvPr>
          <p:cNvSpPr>
            <a:spLocks xmlns:a="http://schemas.openxmlformats.org/drawingml/2006/main" noGrp="1"/>
          </p:cNvSpPr>
          <p:nvPr/>
        </p:nvSpPr>
        <p:spPr>
          <a:xfrm xmlns:a="http://schemas.openxmlformats.org/drawingml/2006/main">
            <a:off x="4333875" y="2781300"/>
            <a:ext cx="723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2731"/>
                </a:solidFill>
                <a:latin typeface="DejaVu Sans"/>
                <a:ea typeface="DejaVu Sans"/>
                <a:cs typeface="DejaVu Sans"/>
              </a:defRPr>
            </a:defPPr>
            <a:lvl1pPr algn="l">
              <a:defRPr sz="1950" b="0">
                <a:solidFill>
                  <a:srgbClr val="182731"/>
                </a:solidFill>
                <a:latin typeface="DejaVu Sans"/>
                <a:ea typeface="DejaVu Sans"/>
                <a:cs typeface="DejaVu Sans"/>
              </a:defRPr>
            </a:lvl1pPr>
            <a:lvl2pPr algn="l">
              <a:defRPr sz="1950" b="0">
                <a:solidFill>
                  <a:srgbClr val="182731"/>
                </a:solidFill>
                <a:latin typeface="DejaVu Sans"/>
                <a:ea typeface="DejaVu Sans"/>
                <a:cs typeface="DejaVu Sans"/>
              </a:defRPr>
            </a:lvl2pPr>
            <a:lvl3pPr algn="l">
              <a:defRPr sz="1950" b="0">
                <a:solidFill>
                  <a:srgbClr val="182731"/>
                </a:solidFill>
                <a:latin typeface="DejaVu Sans"/>
                <a:ea typeface="DejaVu Sans"/>
                <a:cs typeface="DejaVu Sans"/>
              </a:defRPr>
            </a:lvl3pPr>
            <a:lvl4pPr algn="l">
              <a:defRPr sz="1950" b="0">
                <a:solidFill>
                  <a:srgbClr val="182731"/>
                </a:solidFill>
                <a:latin typeface="DejaVu Sans"/>
                <a:ea typeface="DejaVu Sans"/>
                <a:cs typeface="DejaVu Sans"/>
              </a:defRPr>
            </a:lvl4pPr>
            <a:lvl5pPr algn="l">
              <a:defRPr sz="1950" b="0">
                <a:solidFill>
                  <a:srgbClr val="182731"/>
                </a:solidFill>
                <a:latin typeface="DejaVu Sans"/>
                <a:ea typeface="DejaVu Sans"/>
                <a:cs typeface="DejaVu Sans"/>
              </a:defRPr>
            </a:lvl5pPr>
            <a:lvl6pPr algn="l">
              <a:defRPr sz="1950" b="0">
                <a:solidFill>
                  <a:srgbClr val="182731"/>
                </a:solidFill>
                <a:latin typeface="DejaVu Sans"/>
                <a:ea typeface="DejaVu Sans"/>
                <a:cs typeface="DejaVu Sans"/>
              </a:defRPr>
            </a:lvl6pPr>
            <a:lvl7pPr algn="l">
              <a:defRPr sz="1950" b="0">
                <a:solidFill>
                  <a:srgbClr val="182731"/>
                </a:solidFill>
                <a:latin typeface="DejaVu Sans"/>
                <a:ea typeface="DejaVu Sans"/>
                <a:cs typeface="DejaVu Sans"/>
              </a:defRPr>
            </a:lvl7pPr>
            <a:lvl8pPr algn="l">
              <a:defRPr sz="1950" b="0">
                <a:solidFill>
                  <a:srgbClr val="182731"/>
                </a:solidFill>
                <a:latin typeface="DejaVu Sans"/>
                <a:ea typeface="DejaVu Sans"/>
                <a:cs typeface="DejaVu Sans"/>
              </a:defRPr>
            </a:lvl8pPr>
            <a:lvl9pPr algn="l">
              <a:defRPr sz="1950" b="0">
                <a:solidFill>
                  <a:srgbClr val="182731"/>
                </a:solidFill>
                <a:latin typeface="DejaVu Sans"/>
                <a:ea typeface="DejaVu Sans"/>
                <a:cs typeface="DejaVu Sans"/>
              </a:defRPr>
            </a:lvl9pPr>
          </a:lstStyle>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Measuring the Impact of Early-2025 AI</a:t>
            </a:r>
          </a:p>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on Experienced Open-Source Developer Productivity</a:t>
            </a:r>
          </a:p>
        </p:txBody>
      </p:sp>
      <p:sp>
        <p:nvSpPr>
          <p:cNvPr id="7" name="source-2">
            <a:extLst xmlns:a="http://schemas.openxmlformats.org/drawingml/2006/main">
              <a:ext uri="{FF2B5EF4-FFF2-40B4-BE49-F238E27FC236}">
                <a16:creationId xmlns:a16="http://schemas.microsoft.com/office/drawing/2014/main" id="{5E39CEA4-3DA2-4E2A-9031-ED27ECCA7235}"/>
              </a:ext>
            </a:extLst>
          </p:cNvPr>
          <p:cNvSpPr>
            <a:spLocks xmlns:a="http://schemas.openxmlformats.org/drawingml/2006/main" noGrp="1"/>
          </p:cNvSpPr>
          <p:nvPr/>
        </p:nvSpPr>
        <p:spPr>
          <a:xfrm xmlns:a="http://schemas.openxmlformats.org/drawingml/2006/main">
            <a:off x="609600" y="3895725"/>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2731"/>
                </a:solidFill>
                <a:latin typeface="DejaVu Sans"/>
                <a:ea typeface="DejaVu Sans"/>
                <a:cs typeface="DejaVu Sans"/>
              </a:defRPr>
            </a:defPPr>
            <a:lvl1pPr algn="l">
              <a:defRPr sz="2100" b="1">
                <a:solidFill>
                  <a:srgbClr val="182731"/>
                </a:solidFill>
                <a:latin typeface="DejaVu Sans"/>
                <a:ea typeface="DejaVu Sans"/>
                <a:cs typeface="DejaVu Sans"/>
              </a:defRPr>
            </a:lvl1pPr>
            <a:lvl2pPr algn="l">
              <a:defRPr sz="2100" b="1">
                <a:solidFill>
                  <a:srgbClr val="182731"/>
                </a:solidFill>
                <a:latin typeface="DejaVu Sans"/>
                <a:ea typeface="DejaVu Sans"/>
                <a:cs typeface="DejaVu Sans"/>
              </a:defRPr>
            </a:lvl2pPr>
            <a:lvl3pPr algn="l">
              <a:defRPr sz="2100" b="1">
                <a:solidFill>
                  <a:srgbClr val="182731"/>
                </a:solidFill>
                <a:latin typeface="DejaVu Sans"/>
                <a:ea typeface="DejaVu Sans"/>
                <a:cs typeface="DejaVu Sans"/>
              </a:defRPr>
            </a:lvl3pPr>
            <a:lvl4pPr algn="l">
              <a:defRPr sz="2100" b="1">
                <a:solidFill>
                  <a:srgbClr val="182731"/>
                </a:solidFill>
                <a:latin typeface="DejaVu Sans"/>
                <a:ea typeface="DejaVu Sans"/>
                <a:cs typeface="DejaVu Sans"/>
              </a:defRPr>
            </a:lvl4pPr>
            <a:lvl5pPr algn="l">
              <a:defRPr sz="2100" b="1">
                <a:solidFill>
                  <a:srgbClr val="182731"/>
                </a:solidFill>
                <a:latin typeface="DejaVu Sans"/>
                <a:ea typeface="DejaVu Sans"/>
                <a:cs typeface="DejaVu Sans"/>
              </a:defRPr>
            </a:lvl5pPr>
            <a:lvl6pPr algn="l">
              <a:defRPr sz="2100" b="1">
                <a:solidFill>
                  <a:srgbClr val="182731"/>
                </a:solidFill>
                <a:latin typeface="DejaVu Sans"/>
                <a:ea typeface="DejaVu Sans"/>
                <a:cs typeface="DejaVu Sans"/>
              </a:defRPr>
            </a:lvl6pPr>
            <a:lvl7pPr algn="l">
              <a:defRPr sz="2100" b="1">
                <a:solidFill>
                  <a:srgbClr val="182731"/>
                </a:solidFill>
                <a:latin typeface="DejaVu Sans"/>
                <a:ea typeface="DejaVu Sans"/>
                <a:cs typeface="DejaVu Sans"/>
              </a:defRPr>
            </a:lvl7pPr>
            <a:lvl8pPr algn="l">
              <a:defRPr sz="2100" b="1">
                <a:solidFill>
                  <a:srgbClr val="182731"/>
                </a:solidFill>
                <a:latin typeface="DejaVu Sans"/>
                <a:ea typeface="DejaVu Sans"/>
                <a:cs typeface="DejaVu Sans"/>
              </a:defRPr>
            </a:lvl8pPr>
            <a:lvl9pPr algn="l">
              <a:defRPr sz="2100" b="1">
                <a:solidFill>
                  <a:srgbClr val="182731"/>
                </a:solidFill>
                <a:latin typeface="DejaVu Sans"/>
                <a:ea typeface="DejaVu Sans"/>
                <a:cs typeface="DejaVu Sans"/>
              </a:defRPr>
            </a:lvl9pPr>
          </a:lstStyle>
          <a:p xmlns:a="http://schemas.openxmlformats.org/drawingml/2006/main">
            <a:pPr algn="l">
              <a:defRPr sz="2100" b="1">
                <a:solidFill>
                  <a:srgbClr val="182731"/>
                </a:solidFill>
                <a:latin typeface="DejaVu Sans"/>
                <a:ea typeface="DejaVu Sans"/>
                <a:cs typeface="DejaVu Sans"/>
              </a:defRPr>
            </a:pPr>
            <a:r>
              <a:rPr sz="2100" b="1">
                <a:solidFill>
                  <a:srgbClr val="182731"/>
                </a:solidFill>
                <a:latin typeface="DejaVu Sans"/>
                <a:ea typeface="DejaVu Sans"/>
                <a:cs typeface="DejaVu Sans"/>
              </a:rPr>
              <a:t>EngArg</a:t>
            </a:r>
          </a:p>
        </p:txBody>
      </p:sp>
      <p:sp>
        <p:nvSpPr>
          <p:cNvPr id="8" name="source-detail-2">
            <a:extLst xmlns:a="http://schemas.openxmlformats.org/drawingml/2006/main">
              <a:ext uri="{FF2B5EF4-FFF2-40B4-BE49-F238E27FC236}">
                <a16:creationId xmlns:a16="http://schemas.microsoft.com/office/drawing/2014/main" id="{A464FFC8-1EAF-4358-87DF-7B892FCD27CD}"/>
              </a:ext>
            </a:extLst>
          </p:cNvPr>
          <p:cNvSpPr>
            <a:spLocks xmlns:a="http://schemas.openxmlformats.org/drawingml/2006/main" noGrp="1"/>
          </p:cNvSpPr>
          <p:nvPr/>
        </p:nvSpPr>
        <p:spPr>
          <a:xfrm xmlns:a="http://schemas.openxmlformats.org/drawingml/2006/main">
            <a:off x="4333875" y="3895725"/>
            <a:ext cx="723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2731"/>
                </a:solidFill>
                <a:latin typeface="DejaVu Sans"/>
                <a:ea typeface="DejaVu Sans"/>
                <a:cs typeface="DejaVu Sans"/>
              </a:defRPr>
            </a:defPPr>
            <a:lvl1pPr algn="l">
              <a:defRPr sz="1950" b="0">
                <a:solidFill>
                  <a:srgbClr val="182731"/>
                </a:solidFill>
                <a:latin typeface="DejaVu Sans"/>
                <a:ea typeface="DejaVu Sans"/>
                <a:cs typeface="DejaVu Sans"/>
              </a:defRPr>
            </a:lvl1pPr>
            <a:lvl2pPr algn="l">
              <a:defRPr sz="1950" b="0">
                <a:solidFill>
                  <a:srgbClr val="182731"/>
                </a:solidFill>
                <a:latin typeface="DejaVu Sans"/>
                <a:ea typeface="DejaVu Sans"/>
                <a:cs typeface="DejaVu Sans"/>
              </a:defRPr>
            </a:lvl2pPr>
            <a:lvl3pPr algn="l">
              <a:defRPr sz="1950" b="0">
                <a:solidFill>
                  <a:srgbClr val="182731"/>
                </a:solidFill>
                <a:latin typeface="DejaVu Sans"/>
                <a:ea typeface="DejaVu Sans"/>
                <a:cs typeface="DejaVu Sans"/>
              </a:defRPr>
            </a:lvl3pPr>
            <a:lvl4pPr algn="l">
              <a:defRPr sz="1950" b="0">
                <a:solidFill>
                  <a:srgbClr val="182731"/>
                </a:solidFill>
                <a:latin typeface="DejaVu Sans"/>
                <a:ea typeface="DejaVu Sans"/>
                <a:cs typeface="DejaVu Sans"/>
              </a:defRPr>
            </a:lvl4pPr>
            <a:lvl5pPr algn="l">
              <a:defRPr sz="1950" b="0">
                <a:solidFill>
                  <a:srgbClr val="182731"/>
                </a:solidFill>
                <a:latin typeface="DejaVu Sans"/>
                <a:ea typeface="DejaVu Sans"/>
                <a:cs typeface="DejaVu Sans"/>
              </a:defRPr>
            </a:lvl5pPr>
            <a:lvl6pPr algn="l">
              <a:defRPr sz="1950" b="0">
                <a:solidFill>
                  <a:srgbClr val="182731"/>
                </a:solidFill>
                <a:latin typeface="DejaVu Sans"/>
                <a:ea typeface="DejaVu Sans"/>
                <a:cs typeface="DejaVu Sans"/>
              </a:defRPr>
            </a:lvl6pPr>
            <a:lvl7pPr algn="l">
              <a:defRPr sz="1950" b="0">
                <a:solidFill>
                  <a:srgbClr val="182731"/>
                </a:solidFill>
                <a:latin typeface="DejaVu Sans"/>
                <a:ea typeface="DejaVu Sans"/>
                <a:cs typeface="DejaVu Sans"/>
              </a:defRPr>
            </a:lvl7pPr>
            <a:lvl8pPr algn="l">
              <a:defRPr sz="1950" b="0">
                <a:solidFill>
                  <a:srgbClr val="182731"/>
                </a:solidFill>
                <a:latin typeface="DejaVu Sans"/>
                <a:ea typeface="DejaVu Sans"/>
                <a:cs typeface="DejaVu Sans"/>
              </a:defRPr>
            </a:lvl8pPr>
            <a:lvl9pPr algn="l">
              <a:defRPr sz="1950" b="0">
                <a:solidFill>
                  <a:srgbClr val="182731"/>
                </a:solidFill>
                <a:latin typeface="DejaVu Sans"/>
                <a:ea typeface="DejaVu Sans"/>
                <a:cs typeface="DejaVu Sans"/>
              </a:defRPr>
            </a:lvl9pPr>
          </a:lstStyle>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Pinned source revision 09f6b776</a:t>
            </a:r>
          </a:p>
        </p:txBody>
      </p:sp>
      <p:sp>
        <p:nvSpPr>
          <p:cNvPr id="9" name="source-3">
            <a:extLst xmlns:a="http://schemas.openxmlformats.org/drawingml/2006/main">
              <a:ext uri="{FF2B5EF4-FFF2-40B4-BE49-F238E27FC236}">
                <a16:creationId xmlns:a16="http://schemas.microsoft.com/office/drawing/2014/main" id="{44CBD50F-004E-40DB-B2DB-BEA5CF668A40}"/>
              </a:ext>
            </a:extLst>
          </p:cNvPr>
          <p:cNvSpPr>
            <a:spLocks xmlns:a="http://schemas.openxmlformats.org/drawingml/2006/main" noGrp="1"/>
          </p:cNvSpPr>
          <p:nvPr/>
        </p:nvSpPr>
        <p:spPr>
          <a:xfrm xmlns:a="http://schemas.openxmlformats.org/drawingml/2006/main">
            <a:off x="609600" y="5010150"/>
            <a:ext cx="352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82731"/>
                </a:solidFill>
                <a:latin typeface="DejaVu Sans"/>
                <a:ea typeface="DejaVu Sans"/>
                <a:cs typeface="DejaVu Sans"/>
              </a:defRPr>
            </a:defPPr>
            <a:lvl1pPr algn="l">
              <a:defRPr sz="2100" b="1">
                <a:solidFill>
                  <a:srgbClr val="182731"/>
                </a:solidFill>
                <a:latin typeface="DejaVu Sans"/>
                <a:ea typeface="DejaVu Sans"/>
                <a:cs typeface="DejaVu Sans"/>
              </a:defRPr>
            </a:lvl1pPr>
            <a:lvl2pPr algn="l">
              <a:defRPr sz="2100" b="1">
                <a:solidFill>
                  <a:srgbClr val="182731"/>
                </a:solidFill>
                <a:latin typeface="DejaVu Sans"/>
                <a:ea typeface="DejaVu Sans"/>
                <a:cs typeface="DejaVu Sans"/>
              </a:defRPr>
            </a:lvl2pPr>
            <a:lvl3pPr algn="l">
              <a:defRPr sz="2100" b="1">
                <a:solidFill>
                  <a:srgbClr val="182731"/>
                </a:solidFill>
                <a:latin typeface="DejaVu Sans"/>
                <a:ea typeface="DejaVu Sans"/>
                <a:cs typeface="DejaVu Sans"/>
              </a:defRPr>
            </a:lvl3pPr>
            <a:lvl4pPr algn="l">
              <a:defRPr sz="2100" b="1">
                <a:solidFill>
                  <a:srgbClr val="182731"/>
                </a:solidFill>
                <a:latin typeface="DejaVu Sans"/>
                <a:ea typeface="DejaVu Sans"/>
                <a:cs typeface="DejaVu Sans"/>
              </a:defRPr>
            </a:lvl4pPr>
            <a:lvl5pPr algn="l">
              <a:defRPr sz="2100" b="1">
                <a:solidFill>
                  <a:srgbClr val="182731"/>
                </a:solidFill>
                <a:latin typeface="DejaVu Sans"/>
                <a:ea typeface="DejaVu Sans"/>
                <a:cs typeface="DejaVu Sans"/>
              </a:defRPr>
            </a:lvl5pPr>
            <a:lvl6pPr algn="l">
              <a:defRPr sz="2100" b="1">
                <a:solidFill>
                  <a:srgbClr val="182731"/>
                </a:solidFill>
                <a:latin typeface="DejaVu Sans"/>
                <a:ea typeface="DejaVu Sans"/>
                <a:cs typeface="DejaVu Sans"/>
              </a:defRPr>
            </a:lvl6pPr>
            <a:lvl7pPr algn="l">
              <a:defRPr sz="2100" b="1">
                <a:solidFill>
                  <a:srgbClr val="182731"/>
                </a:solidFill>
                <a:latin typeface="DejaVu Sans"/>
                <a:ea typeface="DejaVu Sans"/>
                <a:cs typeface="DejaVu Sans"/>
              </a:defRPr>
            </a:lvl7pPr>
            <a:lvl8pPr algn="l">
              <a:defRPr sz="2100" b="1">
                <a:solidFill>
                  <a:srgbClr val="182731"/>
                </a:solidFill>
                <a:latin typeface="DejaVu Sans"/>
                <a:ea typeface="DejaVu Sans"/>
                <a:cs typeface="DejaVu Sans"/>
              </a:defRPr>
            </a:lvl8pPr>
            <a:lvl9pPr algn="l">
              <a:defRPr sz="2100" b="1">
                <a:solidFill>
                  <a:srgbClr val="182731"/>
                </a:solidFill>
                <a:latin typeface="DejaVu Sans"/>
                <a:ea typeface="DejaVu Sans"/>
                <a:cs typeface="DejaVu Sans"/>
              </a:defRPr>
            </a:lvl9pPr>
          </a:lstStyle>
          <a:p xmlns:a="http://schemas.openxmlformats.org/drawingml/2006/main">
            <a:pPr algn="l">
              <a:defRPr sz="2100" b="1">
                <a:solidFill>
                  <a:srgbClr val="182731"/>
                </a:solidFill>
                <a:latin typeface="DejaVu Sans"/>
                <a:ea typeface="DejaVu Sans"/>
                <a:cs typeface="DejaVu Sans"/>
              </a:defRPr>
            </a:pPr>
            <a:r>
              <a:rPr sz="2100" b="1">
                <a:solidFill>
                  <a:srgbClr val="182731"/>
                </a:solidFill>
                <a:latin typeface="DejaVu Sans"/>
                <a:ea typeface="DejaVu Sans"/>
                <a:cs typeface="DejaVu Sans"/>
              </a:rPr>
              <a:t>EAL-MCP</a:t>
            </a:r>
          </a:p>
        </p:txBody>
      </p:sp>
      <p:sp>
        <p:nvSpPr>
          <p:cNvPr id="10" name="source-detail-3">
            <a:extLst xmlns:a="http://schemas.openxmlformats.org/drawingml/2006/main">
              <a:ext uri="{FF2B5EF4-FFF2-40B4-BE49-F238E27FC236}">
                <a16:creationId xmlns:a16="http://schemas.microsoft.com/office/drawing/2014/main" id="{2AB13E0A-D360-4D5E-BE44-3B2AA2AA3AD5}"/>
              </a:ext>
            </a:extLst>
          </p:cNvPr>
          <p:cNvSpPr>
            <a:spLocks xmlns:a="http://schemas.openxmlformats.org/drawingml/2006/main" noGrp="1"/>
          </p:cNvSpPr>
          <p:nvPr/>
        </p:nvSpPr>
        <p:spPr>
          <a:xfrm xmlns:a="http://schemas.openxmlformats.org/drawingml/2006/main">
            <a:off x="4333875" y="5010150"/>
            <a:ext cx="723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82731"/>
                </a:solidFill>
                <a:latin typeface="DejaVu Sans"/>
                <a:ea typeface="DejaVu Sans"/>
                <a:cs typeface="DejaVu Sans"/>
              </a:defRPr>
            </a:defPPr>
            <a:lvl1pPr algn="l">
              <a:defRPr sz="1950" b="0">
                <a:solidFill>
                  <a:srgbClr val="182731"/>
                </a:solidFill>
                <a:latin typeface="DejaVu Sans"/>
                <a:ea typeface="DejaVu Sans"/>
                <a:cs typeface="DejaVu Sans"/>
              </a:defRPr>
            </a:lvl1pPr>
            <a:lvl2pPr algn="l">
              <a:defRPr sz="1950" b="0">
                <a:solidFill>
                  <a:srgbClr val="182731"/>
                </a:solidFill>
                <a:latin typeface="DejaVu Sans"/>
                <a:ea typeface="DejaVu Sans"/>
                <a:cs typeface="DejaVu Sans"/>
              </a:defRPr>
            </a:lvl2pPr>
            <a:lvl3pPr algn="l">
              <a:defRPr sz="1950" b="0">
                <a:solidFill>
                  <a:srgbClr val="182731"/>
                </a:solidFill>
                <a:latin typeface="DejaVu Sans"/>
                <a:ea typeface="DejaVu Sans"/>
                <a:cs typeface="DejaVu Sans"/>
              </a:defRPr>
            </a:lvl3pPr>
            <a:lvl4pPr algn="l">
              <a:defRPr sz="1950" b="0">
                <a:solidFill>
                  <a:srgbClr val="182731"/>
                </a:solidFill>
                <a:latin typeface="DejaVu Sans"/>
                <a:ea typeface="DejaVu Sans"/>
                <a:cs typeface="DejaVu Sans"/>
              </a:defRPr>
            </a:lvl4pPr>
            <a:lvl5pPr algn="l">
              <a:defRPr sz="1950" b="0">
                <a:solidFill>
                  <a:srgbClr val="182731"/>
                </a:solidFill>
                <a:latin typeface="DejaVu Sans"/>
                <a:ea typeface="DejaVu Sans"/>
                <a:cs typeface="DejaVu Sans"/>
              </a:defRPr>
            </a:lvl5pPr>
            <a:lvl6pPr algn="l">
              <a:defRPr sz="1950" b="0">
                <a:solidFill>
                  <a:srgbClr val="182731"/>
                </a:solidFill>
                <a:latin typeface="DejaVu Sans"/>
                <a:ea typeface="DejaVu Sans"/>
                <a:cs typeface="DejaVu Sans"/>
              </a:defRPr>
            </a:lvl6pPr>
            <a:lvl7pPr algn="l">
              <a:defRPr sz="1950" b="0">
                <a:solidFill>
                  <a:srgbClr val="182731"/>
                </a:solidFill>
                <a:latin typeface="DejaVu Sans"/>
                <a:ea typeface="DejaVu Sans"/>
                <a:cs typeface="DejaVu Sans"/>
              </a:defRPr>
            </a:lvl7pPr>
            <a:lvl8pPr algn="l">
              <a:defRPr sz="1950" b="0">
                <a:solidFill>
                  <a:srgbClr val="182731"/>
                </a:solidFill>
                <a:latin typeface="DejaVu Sans"/>
                <a:ea typeface="DejaVu Sans"/>
                <a:cs typeface="DejaVu Sans"/>
              </a:defRPr>
            </a:lvl8pPr>
            <a:lvl9pPr algn="l">
              <a:defRPr sz="1950" b="0">
                <a:solidFill>
                  <a:srgbClr val="182731"/>
                </a:solidFill>
                <a:latin typeface="DejaVu Sans"/>
                <a:ea typeface="DejaVu Sans"/>
                <a:cs typeface="DejaVu Sans"/>
              </a:defRPr>
            </a:lvl9pPr>
          </a:lstStyle>
          <a:p xmlns:a="http://schemas.openxmlformats.org/drawingml/2006/main">
            <a:pPr algn="l">
              <a:defRPr sz="1950" b="0">
                <a:solidFill>
                  <a:srgbClr val="182731"/>
                </a:solidFill>
                <a:latin typeface="DejaVu Sans"/>
                <a:ea typeface="DejaVu Sans"/>
                <a:cs typeface="DejaVu Sans"/>
              </a:defRPr>
            </a:pPr>
            <a:r>
              <a:rPr sz="1950" b="0">
                <a:solidFill>
                  <a:srgbClr val="182731"/>
                </a:solidFill>
                <a:latin typeface="DejaVu Sans"/>
                <a:ea typeface="DejaVu Sans"/>
                <a:cs typeface="DejaVu Sans"/>
              </a:rPr>
              <a:t>Pinned source revision bce2c701</a:t>
            </a:r>
          </a:p>
        </p:txBody>
      </p:sp>
    </p:spTree>
    <p:extLst>
      <p:ext uri="{BB962C8B-B14F-4D97-AF65-F5344CB8AC3E}">
        <p14:creationId xmlns:p14="http://schemas.microsoft.com/office/powerpoint/2010/main" val="907197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2026-10-26T14:12:09.8020000Z</dcterms:created>
  <dcterms:modified xsi:type="dcterms:W3CDTF">2026-10-26T14:12:09.8020000Z</dcterms:modified>
</coreProperties>
</file>